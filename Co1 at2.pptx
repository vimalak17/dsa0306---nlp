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74" r:id="rId5"/>
    <p:sldId id="271" r:id="rId6"/>
    <p:sldId id="273" r:id="rId7"/>
    <p:sldId id="282" r:id="rId8"/>
    <p:sldId id="284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4660"/>
  </p:normalViewPr>
  <p:slideViewPr>
    <p:cSldViewPr snapToGrid="0" snapToObjects="1" showGuides="1">
      <p:cViewPr varScale="1">
        <p:scale>
          <a:sx n="89" d="100"/>
          <a:sy n="89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DEB6-33A7-4DAB-961F-65530E987B3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10C-116E-4577-9A29-D9512F1EDA5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38F87-1642-4544-81DC-6434401240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4EA3-4A9E-491A-968F-60237EF37C3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4D41A-9FB8-4C1D-AF1C-D20642F82AA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A3B9-0401-4CD8-A5BB-7435757CD9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8189A-7851-4C2A-8900-0A5D13675E41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1060-5C86-462A-9FD9-0EA13DFEC028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F5D7F-7B45-47C8-88D0-96DE9E47936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DD2A-424C-4081-AF56-E3D63D14E84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E9079-6829-41D8-BE0E-BEDEE21938F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DAB9B-134F-4A91-A751-5ED9388DD97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75F4D-5F72-4F79-8A8A-4C1695E9AD2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6D0A6-0A27-43EC-AE11-FDE1FD8F1E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6D0A6-0A27-43EC-AE11-FDE1FD8F1E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6213" y="1354512"/>
            <a:ext cx="9822426" cy="3629608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NLP: A Comparative Study</a:t>
            </a:r>
            <a:b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DSA0306 </a:t>
            </a:r>
            <a:r>
              <a:rPr 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I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endParaRPr lang="en-US" altLang="en-IN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8162" y="4832783"/>
            <a:ext cx="4582390" cy="1561318"/>
          </a:xfrm>
        </p:spPr>
        <p:txBody>
          <a:bodyPr>
            <a:noAutofit/>
          </a:bodyPr>
          <a:lstStyle/>
          <a:p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1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Vimala K (192424276)</a:t>
            </a:r>
            <a:endParaRPr lang="en-US" alt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2037" y="299434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829" y="21457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1076213" y="5296682"/>
            <a:ext cx="3515452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 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T. KUMARAGURUBARAN</a:t>
            </a:r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branch of Artificial Intelligence (AI).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Enables computers to learn from data without being explicitly programmed.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by learning patterns.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whether an email is Spam or Not Spam based on previous email data.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branch of AI that enables computers to understand, process, and generate human language.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text and speech data.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 converting English to Tamil.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B86D0A6-0A27-43EC-AE11-FDE1FD8F1E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8" y="274638"/>
            <a:ext cx="8952937" cy="11430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Primary Goal</a:t>
            </a:r>
            <a:endParaRPr lang="en-US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826135" y="1698625"/>
          <a:ext cx="10284460" cy="409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2230"/>
                <a:gridCol w="5142230"/>
              </a:tblGrid>
              <a:tr h="10229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4400"/>
                        <a:t>Machine Learning</a:t>
                      </a:r>
                      <a:endParaRPr lang="en-US" altLang="en-US" sz="4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4000"/>
                        <a:t>NLP</a:t>
                      </a:r>
                      <a:endParaRPr lang="en-US" altLang="en-US" sz="4000"/>
                    </a:p>
                  </a:txBody>
                  <a:tcPr/>
                </a:tc>
              </a:tr>
              <a:tr h="10229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Learn patterns from data.</a:t>
                      </a:r>
                      <a:endParaRPr lang="en-US" altLang="en-US"/>
                    </a:p>
                    <a:p>
                      <a:pPr>
                        <a:buNone/>
                      </a:pPr>
                      <a:r>
                        <a:rPr lang="en-US" altLang="en-US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0229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Predict future outcomes.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0229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Classify data.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405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8" y="274638"/>
            <a:ext cx="9021763" cy="1143000"/>
          </a:xfrm>
        </p:spPr>
        <p:txBody>
          <a:bodyPr/>
          <a:lstStyle/>
          <a:p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695" y="1840230"/>
            <a:ext cx="7393940" cy="453199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Regular Expression (RE) is a sequence of characters used to define a search pattern.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text pattern matching, validation, and information extraction.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help computers identify specific text patterns in large datasets.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NLP, text processing, search engines, and data validation.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20145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9" name="AutoShape 8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2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/>
          <a:srcRect b="42778"/>
          <a:stretch>
            <a:fillRect/>
          </a:stretch>
        </p:blipFill>
        <p:spPr>
          <a:xfrm>
            <a:off x="7924800" y="1840230"/>
            <a:ext cx="4109720" cy="3660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2121" y="221933"/>
            <a:ext cx="902956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Applications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320" y="1917065"/>
            <a:ext cx="4133215" cy="259016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phone number validation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URL extraction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filtering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BB74EA3-4A9E-491A-968F-60237EF37C3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tent Placeholder 10"/>
          <p:cNvSpPr/>
          <p:nvPr>
            <p:ph idx="1"/>
          </p:nvPr>
        </p:nvSpPr>
        <p:spPr>
          <a:xfrm>
            <a:off x="609600" y="1600200"/>
            <a:ext cx="9541510" cy="452628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v"/>
            </a:pPr>
            <a:endParaRPr lang="en-US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 b="36630"/>
          <a:stretch>
            <a:fillRect/>
          </a:stretch>
        </p:blipFill>
        <p:spPr>
          <a:xfrm>
            <a:off x="164465" y="195580"/>
            <a:ext cx="11870055" cy="6382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B86D0A6-0A27-43EC-AE11-FDE1FD8F1E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Freeform: Shape 103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V="1">
            <a:off x="-2" y="0"/>
            <a:ext cx="12192000" cy="4783510"/>
          </a:xfrm>
          <a:custGeom>
            <a:avLst/>
            <a:gdLst>
              <a:gd name="connsiteX0" fmla="*/ 54039 w 12192000"/>
              <a:gd name="connsiteY0" fmla="*/ 133 h 4783510"/>
              <a:gd name="connsiteX1" fmla="*/ 83989 w 12192000"/>
              <a:gd name="connsiteY1" fmla="*/ 21326 h 4783510"/>
              <a:gd name="connsiteX2" fmla="*/ 127696 w 12192000"/>
              <a:gd name="connsiteY2" fmla="*/ 48217 h 4783510"/>
              <a:gd name="connsiteX3" fmla="*/ 195328 w 12192000"/>
              <a:gd name="connsiteY3" fmla="*/ 60745 h 4783510"/>
              <a:gd name="connsiteX4" fmla="*/ 217130 w 12192000"/>
              <a:gd name="connsiteY4" fmla="*/ 52754 h 4783510"/>
              <a:gd name="connsiteX5" fmla="*/ 232932 w 12192000"/>
              <a:gd name="connsiteY5" fmla="*/ 50560 h 4783510"/>
              <a:gd name="connsiteX6" fmla="*/ 296960 w 12192000"/>
              <a:gd name="connsiteY6" fmla="*/ 85674 h 4783510"/>
              <a:gd name="connsiteX7" fmla="*/ 329442 w 12192000"/>
              <a:gd name="connsiteY7" fmla="*/ 61820 h 4783510"/>
              <a:gd name="connsiteX8" fmla="*/ 386012 w 12192000"/>
              <a:gd name="connsiteY8" fmla="*/ 80741 h 4783510"/>
              <a:gd name="connsiteX9" fmla="*/ 425496 w 12192000"/>
              <a:gd name="connsiteY9" fmla="*/ 47729 h 4783510"/>
              <a:gd name="connsiteX10" fmla="*/ 459561 w 12192000"/>
              <a:gd name="connsiteY10" fmla="*/ 55824 h 4783510"/>
              <a:gd name="connsiteX11" fmla="*/ 559233 w 12192000"/>
              <a:gd name="connsiteY11" fmla="*/ 72799 h 4783510"/>
              <a:gd name="connsiteX12" fmla="*/ 661345 w 12192000"/>
              <a:gd name="connsiteY12" fmla="*/ 147481 h 4783510"/>
              <a:gd name="connsiteX13" fmla="*/ 725095 w 12192000"/>
              <a:gd name="connsiteY13" fmla="*/ 161274 h 4783510"/>
              <a:gd name="connsiteX14" fmla="*/ 755536 w 12192000"/>
              <a:gd name="connsiteY14" fmla="*/ 180724 h 4783510"/>
              <a:gd name="connsiteX15" fmla="*/ 776480 w 12192000"/>
              <a:gd name="connsiteY15" fmla="*/ 182273 h 4783510"/>
              <a:gd name="connsiteX16" fmla="*/ 789058 w 12192000"/>
              <a:gd name="connsiteY16" fmla="*/ 184824 h 4783510"/>
              <a:gd name="connsiteX17" fmla="*/ 811171 w 12192000"/>
              <a:gd name="connsiteY17" fmla="*/ 216295 h 4783510"/>
              <a:gd name="connsiteX18" fmla="*/ 878029 w 12192000"/>
              <a:gd name="connsiteY18" fmla="*/ 215023 h 4783510"/>
              <a:gd name="connsiteX19" fmla="*/ 884769 w 12192000"/>
              <a:gd name="connsiteY19" fmla="*/ 220986 h 4783510"/>
              <a:gd name="connsiteX20" fmla="*/ 884769 w 12192000"/>
              <a:gd name="connsiteY20" fmla="*/ 115817 h 4783510"/>
              <a:gd name="connsiteX21" fmla="*/ 11269135 w 12192000"/>
              <a:gd name="connsiteY21" fmla="*/ 115817 h 4783510"/>
              <a:gd name="connsiteX22" fmla="*/ 11269135 w 12192000"/>
              <a:gd name="connsiteY22" fmla="*/ 1154978 h 4783510"/>
              <a:gd name="connsiteX23" fmla="*/ 11276593 w 12192000"/>
              <a:gd name="connsiteY23" fmla="*/ 1158504 h 4783510"/>
              <a:gd name="connsiteX24" fmla="*/ 11298713 w 12192000"/>
              <a:gd name="connsiteY24" fmla="*/ 1157049 h 4783510"/>
              <a:gd name="connsiteX25" fmla="*/ 11380829 w 12192000"/>
              <a:gd name="connsiteY25" fmla="*/ 1144822 h 4783510"/>
              <a:gd name="connsiteX26" fmla="*/ 11402942 w 12192000"/>
              <a:gd name="connsiteY26" fmla="*/ 1113350 h 4783510"/>
              <a:gd name="connsiteX27" fmla="*/ 11415520 w 12192000"/>
              <a:gd name="connsiteY27" fmla="*/ 1110800 h 4783510"/>
              <a:gd name="connsiteX28" fmla="*/ 11436464 w 12192000"/>
              <a:gd name="connsiteY28" fmla="*/ 1109251 h 4783510"/>
              <a:gd name="connsiteX29" fmla="*/ 11466905 w 12192000"/>
              <a:gd name="connsiteY29" fmla="*/ 1089800 h 4783510"/>
              <a:gd name="connsiteX30" fmla="*/ 11530655 w 12192000"/>
              <a:gd name="connsiteY30" fmla="*/ 1076007 h 4783510"/>
              <a:gd name="connsiteX31" fmla="*/ 11632767 w 12192000"/>
              <a:gd name="connsiteY31" fmla="*/ 1001326 h 4783510"/>
              <a:gd name="connsiteX32" fmla="*/ 11732439 w 12192000"/>
              <a:gd name="connsiteY32" fmla="*/ 984350 h 4783510"/>
              <a:gd name="connsiteX33" fmla="*/ 11766504 w 12192000"/>
              <a:gd name="connsiteY33" fmla="*/ 976255 h 4783510"/>
              <a:gd name="connsiteX34" fmla="*/ 11805989 w 12192000"/>
              <a:gd name="connsiteY34" fmla="*/ 1009267 h 4783510"/>
              <a:gd name="connsiteX35" fmla="*/ 11862559 w 12192000"/>
              <a:gd name="connsiteY35" fmla="*/ 990346 h 4783510"/>
              <a:gd name="connsiteX36" fmla="*/ 11895040 w 12192000"/>
              <a:gd name="connsiteY36" fmla="*/ 1014200 h 4783510"/>
              <a:gd name="connsiteX37" fmla="*/ 11959068 w 12192000"/>
              <a:gd name="connsiteY37" fmla="*/ 979087 h 4783510"/>
              <a:gd name="connsiteX38" fmla="*/ 11974871 w 12192000"/>
              <a:gd name="connsiteY38" fmla="*/ 981280 h 4783510"/>
              <a:gd name="connsiteX39" fmla="*/ 11996673 w 12192000"/>
              <a:gd name="connsiteY39" fmla="*/ 989271 h 4783510"/>
              <a:gd name="connsiteX40" fmla="*/ 12064304 w 12192000"/>
              <a:gd name="connsiteY40" fmla="*/ 976743 h 4783510"/>
              <a:gd name="connsiteX41" fmla="*/ 12108011 w 12192000"/>
              <a:gd name="connsiteY41" fmla="*/ 949852 h 4783510"/>
              <a:gd name="connsiteX42" fmla="*/ 12137961 w 12192000"/>
              <a:gd name="connsiteY42" fmla="*/ 928659 h 4783510"/>
              <a:gd name="connsiteX43" fmla="*/ 12152392 w 12192000"/>
              <a:gd name="connsiteY43" fmla="*/ 940852 h 4783510"/>
              <a:gd name="connsiteX44" fmla="*/ 12187275 w 12192000"/>
              <a:gd name="connsiteY44" fmla="*/ 939175 h 4783510"/>
              <a:gd name="connsiteX45" fmla="*/ 12192000 w 12192000"/>
              <a:gd name="connsiteY45" fmla="*/ 932202 h 4783510"/>
              <a:gd name="connsiteX46" fmla="*/ 12192000 w 12192000"/>
              <a:gd name="connsiteY46" fmla="*/ 1423622 h 4783510"/>
              <a:gd name="connsiteX47" fmla="*/ 12192000 w 12192000"/>
              <a:gd name="connsiteY47" fmla="*/ 2783600 h 4783510"/>
              <a:gd name="connsiteX48" fmla="*/ 12192000 w 12192000"/>
              <a:gd name="connsiteY48" fmla="*/ 4783510 h 4783510"/>
              <a:gd name="connsiteX49" fmla="*/ 2 w 12192000"/>
              <a:gd name="connsiteY49" fmla="*/ 4783510 h 4783510"/>
              <a:gd name="connsiteX50" fmla="*/ 2 w 12192000"/>
              <a:gd name="connsiteY50" fmla="*/ 1855074 h 4783510"/>
              <a:gd name="connsiteX51" fmla="*/ 0 w 12192000"/>
              <a:gd name="connsiteY51" fmla="*/ 1855074 h 4783510"/>
              <a:gd name="connsiteX52" fmla="*/ 0 w 12192000"/>
              <a:gd name="connsiteY52" fmla="*/ 3676 h 4783510"/>
              <a:gd name="connsiteX53" fmla="*/ 4725 w 12192000"/>
              <a:gd name="connsiteY53" fmla="*/ 10649 h 4783510"/>
              <a:gd name="connsiteX54" fmla="*/ 39608 w 12192000"/>
              <a:gd name="connsiteY54" fmla="*/ 12325 h 4783510"/>
              <a:gd name="connsiteX55" fmla="*/ 54039 w 12192000"/>
              <a:gd name="connsiteY55" fmla="*/ 133 h 4783510"/>
              <a:gd name="connsiteX0-1" fmla="*/ 54039 w 12192000"/>
              <a:gd name="connsiteY0-2" fmla="*/ 133 h 4783510"/>
              <a:gd name="connsiteX1-3" fmla="*/ 83989 w 12192000"/>
              <a:gd name="connsiteY1-4" fmla="*/ 21326 h 4783510"/>
              <a:gd name="connsiteX2-5" fmla="*/ 127696 w 12192000"/>
              <a:gd name="connsiteY2-6" fmla="*/ 48217 h 4783510"/>
              <a:gd name="connsiteX3-7" fmla="*/ 195328 w 12192000"/>
              <a:gd name="connsiteY3-8" fmla="*/ 60745 h 4783510"/>
              <a:gd name="connsiteX4-9" fmla="*/ 217130 w 12192000"/>
              <a:gd name="connsiteY4-10" fmla="*/ 52754 h 4783510"/>
              <a:gd name="connsiteX5-11" fmla="*/ 232932 w 12192000"/>
              <a:gd name="connsiteY5-12" fmla="*/ 50560 h 4783510"/>
              <a:gd name="connsiteX6-13" fmla="*/ 296960 w 12192000"/>
              <a:gd name="connsiteY6-14" fmla="*/ 85674 h 4783510"/>
              <a:gd name="connsiteX7-15" fmla="*/ 329442 w 12192000"/>
              <a:gd name="connsiteY7-16" fmla="*/ 61820 h 4783510"/>
              <a:gd name="connsiteX8-17" fmla="*/ 386012 w 12192000"/>
              <a:gd name="connsiteY8-18" fmla="*/ 80741 h 4783510"/>
              <a:gd name="connsiteX9-19" fmla="*/ 425496 w 12192000"/>
              <a:gd name="connsiteY9-20" fmla="*/ 47729 h 4783510"/>
              <a:gd name="connsiteX10-21" fmla="*/ 459561 w 12192000"/>
              <a:gd name="connsiteY10-22" fmla="*/ 55824 h 4783510"/>
              <a:gd name="connsiteX11-23" fmla="*/ 559233 w 12192000"/>
              <a:gd name="connsiteY11-24" fmla="*/ 72799 h 4783510"/>
              <a:gd name="connsiteX12-25" fmla="*/ 661345 w 12192000"/>
              <a:gd name="connsiteY12-26" fmla="*/ 147481 h 4783510"/>
              <a:gd name="connsiteX13-27" fmla="*/ 725095 w 12192000"/>
              <a:gd name="connsiteY13-28" fmla="*/ 161274 h 4783510"/>
              <a:gd name="connsiteX14-29" fmla="*/ 755536 w 12192000"/>
              <a:gd name="connsiteY14-30" fmla="*/ 180724 h 4783510"/>
              <a:gd name="connsiteX15-31" fmla="*/ 776480 w 12192000"/>
              <a:gd name="connsiteY15-32" fmla="*/ 182273 h 4783510"/>
              <a:gd name="connsiteX16-33" fmla="*/ 789058 w 12192000"/>
              <a:gd name="connsiteY16-34" fmla="*/ 184824 h 4783510"/>
              <a:gd name="connsiteX17-35" fmla="*/ 811171 w 12192000"/>
              <a:gd name="connsiteY17-36" fmla="*/ 216295 h 4783510"/>
              <a:gd name="connsiteX18-37" fmla="*/ 878029 w 12192000"/>
              <a:gd name="connsiteY18-38" fmla="*/ 215023 h 4783510"/>
              <a:gd name="connsiteX19-39" fmla="*/ 884769 w 12192000"/>
              <a:gd name="connsiteY19-40" fmla="*/ 220986 h 4783510"/>
              <a:gd name="connsiteX20-41" fmla="*/ 884769 w 12192000"/>
              <a:gd name="connsiteY20-42" fmla="*/ 115817 h 4783510"/>
              <a:gd name="connsiteX21-43" fmla="*/ 9012952 w 12192000"/>
              <a:gd name="connsiteY21-44" fmla="*/ 1139547 h 4783510"/>
              <a:gd name="connsiteX22-45" fmla="*/ 11269135 w 12192000"/>
              <a:gd name="connsiteY22-46" fmla="*/ 1154978 h 4783510"/>
              <a:gd name="connsiteX23-47" fmla="*/ 11276593 w 12192000"/>
              <a:gd name="connsiteY23-48" fmla="*/ 1158504 h 4783510"/>
              <a:gd name="connsiteX24-49" fmla="*/ 11298713 w 12192000"/>
              <a:gd name="connsiteY24-50" fmla="*/ 1157049 h 4783510"/>
              <a:gd name="connsiteX25-51" fmla="*/ 11380829 w 12192000"/>
              <a:gd name="connsiteY25-52" fmla="*/ 1144822 h 4783510"/>
              <a:gd name="connsiteX26-53" fmla="*/ 11402942 w 12192000"/>
              <a:gd name="connsiteY26-54" fmla="*/ 1113350 h 4783510"/>
              <a:gd name="connsiteX27-55" fmla="*/ 11415520 w 12192000"/>
              <a:gd name="connsiteY27-56" fmla="*/ 1110800 h 4783510"/>
              <a:gd name="connsiteX28-57" fmla="*/ 11436464 w 12192000"/>
              <a:gd name="connsiteY28-58" fmla="*/ 1109251 h 4783510"/>
              <a:gd name="connsiteX29-59" fmla="*/ 11466905 w 12192000"/>
              <a:gd name="connsiteY29-60" fmla="*/ 1089800 h 4783510"/>
              <a:gd name="connsiteX30-61" fmla="*/ 11530655 w 12192000"/>
              <a:gd name="connsiteY30-62" fmla="*/ 1076007 h 4783510"/>
              <a:gd name="connsiteX31-63" fmla="*/ 11632767 w 12192000"/>
              <a:gd name="connsiteY31-64" fmla="*/ 1001326 h 4783510"/>
              <a:gd name="connsiteX32-65" fmla="*/ 11732439 w 12192000"/>
              <a:gd name="connsiteY32-66" fmla="*/ 984350 h 4783510"/>
              <a:gd name="connsiteX33-67" fmla="*/ 11766504 w 12192000"/>
              <a:gd name="connsiteY33-68" fmla="*/ 976255 h 4783510"/>
              <a:gd name="connsiteX34-69" fmla="*/ 11805989 w 12192000"/>
              <a:gd name="connsiteY34-70" fmla="*/ 1009267 h 4783510"/>
              <a:gd name="connsiteX35-71" fmla="*/ 11862559 w 12192000"/>
              <a:gd name="connsiteY35-72" fmla="*/ 990346 h 4783510"/>
              <a:gd name="connsiteX36-73" fmla="*/ 11895040 w 12192000"/>
              <a:gd name="connsiteY36-74" fmla="*/ 1014200 h 4783510"/>
              <a:gd name="connsiteX37-75" fmla="*/ 11959068 w 12192000"/>
              <a:gd name="connsiteY37-76" fmla="*/ 979087 h 4783510"/>
              <a:gd name="connsiteX38-77" fmla="*/ 11974871 w 12192000"/>
              <a:gd name="connsiteY38-78" fmla="*/ 981280 h 4783510"/>
              <a:gd name="connsiteX39-79" fmla="*/ 11996673 w 12192000"/>
              <a:gd name="connsiteY39-80" fmla="*/ 989271 h 4783510"/>
              <a:gd name="connsiteX40-81" fmla="*/ 12064304 w 12192000"/>
              <a:gd name="connsiteY40-82" fmla="*/ 976743 h 4783510"/>
              <a:gd name="connsiteX41-83" fmla="*/ 12108011 w 12192000"/>
              <a:gd name="connsiteY41-84" fmla="*/ 949852 h 4783510"/>
              <a:gd name="connsiteX42-85" fmla="*/ 12137961 w 12192000"/>
              <a:gd name="connsiteY42-86" fmla="*/ 928659 h 4783510"/>
              <a:gd name="connsiteX43-87" fmla="*/ 12152392 w 12192000"/>
              <a:gd name="connsiteY43-88" fmla="*/ 940852 h 4783510"/>
              <a:gd name="connsiteX44-89" fmla="*/ 12187275 w 12192000"/>
              <a:gd name="connsiteY44-90" fmla="*/ 939175 h 4783510"/>
              <a:gd name="connsiteX45-91" fmla="*/ 12192000 w 12192000"/>
              <a:gd name="connsiteY45-92" fmla="*/ 932202 h 4783510"/>
              <a:gd name="connsiteX46-93" fmla="*/ 12192000 w 12192000"/>
              <a:gd name="connsiteY46-94" fmla="*/ 1423622 h 4783510"/>
              <a:gd name="connsiteX47-95" fmla="*/ 12192000 w 12192000"/>
              <a:gd name="connsiteY47-96" fmla="*/ 2783600 h 4783510"/>
              <a:gd name="connsiteX48-97" fmla="*/ 12192000 w 12192000"/>
              <a:gd name="connsiteY48-98" fmla="*/ 4783510 h 4783510"/>
              <a:gd name="connsiteX49-99" fmla="*/ 2 w 12192000"/>
              <a:gd name="connsiteY49-100" fmla="*/ 4783510 h 4783510"/>
              <a:gd name="connsiteX50-101" fmla="*/ 2 w 12192000"/>
              <a:gd name="connsiteY50-102" fmla="*/ 1855074 h 4783510"/>
              <a:gd name="connsiteX51-103" fmla="*/ 0 w 12192000"/>
              <a:gd name="connsiteY51-104" fmla="*/ 1855074 h 4783510"/>
              <a:gd name="connsiteX52-105" fmla="*/ 0 w 12192000"/>
              <a:gd name="connsiteY52-106" fmla="*/ 3676 h 4783510"/>
              <a:gd name="connsiteX53-107" fmla="*/ 4725 w 12192000"/>
              <a:gd name="connsiteY53-108" fmla="*/ 10649 h 4783510"/>
              <a:gd name="connsiteX54-109" fmla="*/ 39608 w 12192000"/>
              <a:gd name="connsiteY54-110" fmla="*/ 12325 h 4783510"/>
              <a:gd name="connsiteX55-111" fmla="*/ 54039 w 12192000"/>
              <a:gd name="connsiteY55-112" fmla="*/ 133 h 4783510"/>
              <a:gd name="connsiteX0-113" fmla="*/ 54039 w 12192000"/>
              <a:gd name="connsiteY0-114" fmla="*/ 133 h 4783510"/>
              <a:gd name="connsiteX1-115" fmla="*/ 83989 w 12192000"/>
              <a:gd name="connsiteY1-116" fmla="*/ 21326 h 4783510"/>
              <a:gd name="connsiteX2-117" fmla="*/ 127696 w 12192000"/>
              <a:gd name="connsiteY2-118" fmla="*/ 48217 h 4783510"/>
              <a:gd name="connsiteX3-119" fmla="*/ 195328 w 12192000"/>
              <a:gd name="connsiteY3-120" fmla="*/ 60745 h 4783510"/>
              <a:gd name="connsiteX4-121" fmla="*/ 217130 w 12192000"/>
              <a:gd name="connsiteY4-122" fmla="*/ 52754 h 4783510"/>
              <a:gd name="connsiteX5-123" fmla="*/ 232932 w 12192000"/>
              <a:gd name="connsiteY5-124" fmla="*/ 50560 h 4783510"/>
              <a:gd name="connsiteX6-125" fmla="*/ 296960 w 12192000"/>
              <a:gd name="connsiteY6-126" fmla="*/ 85674 h 4783510"/>
              <a:gd name="connsiteX7-127" fmla="*/ 329442 w 12192000"/>
              <a:gd name="connsiteY7-128" fmla="*/ 61820 h 4783510"/>
              <a:gd name="connsiteX8-129" fmla="*/ 386012 w 12192000"/>
              <a:gd name="connsiteY8-130" fmla="*/ 80741 h 4783510"/>
              <a:gd name="connsiteX9-131" fmla="*/ 425496 w 12192000"/>
              <a:gd name="connsiteY9-132" fmla="*/ 47729 h 4783510"/>
              <a:gd name="connsiteX10-133" fmla="*/ 459561 w 12192000"/>
              <a:gd name="connsiteY10-134" fmla="*/ 55824 h 4783510"/>
              <a:gd name="connsiteX11-135" fmla="*/ 559233 w 12192000"/>
              <a:gd name="connsiteY11-136" fmla="*/ 72799 h 4783510"/>
              <a:gd name="connsiteX12-137" fmla="*/ 661345 w 12192000"/>
              <a:gd name="connsiteY12-138" fmla="*/ 147481 h 4783510"/>
              <a:gd name="connsiteX13-139" fmla="*/ 725095 w 12192000"/>
              <a:gd name="connsiteY13-140" fmla="*/ 161274 h 4783510"/>
              <a:gd name="connsiteX14-141" fmla="*/ 755536 w 12192000"/>
              <a:gd name="connsiteY14-142" fmla="*/ 180724 h 4783510"/>
              <a:gd name="connsiteX15-143" fmla="*/ 776480 w 12192000"/>
              <a:gd name="connsiteY15-144" fmla="*/ 182273 h 4783510"/>
              <a:gd name="connsiteX16-145" fmla="*/ 789058 w 12192000"/>
              <a:gd name="connsiteY16-146" fmla="*/ 184824 h 4783510"/>
              <a:gd name="connsiteX17-147" fmla="*/ 811171 w 12192000"/>
              <a:gd name="connsiteY17-148" fmla="*/ 216295 h 4783510"/>
              <a:gd name="connsiteX18-149" fmla="*/ 878029 w 12192000"/>
              <a:gd name="connsiteY18-150" fmla="*/ 215023 h 4783510"/>
              <a:gd name="connsiteX19-151" fmla="*/ 884769 w 12192000"/>
              <a:gd name="connsiteY19-152" fmla="*/ 220986 h 4783510"/>
              <a:gd name="connsiteX20-153" fmla="*/ 1600387 w 12192000"/>
              <a:gd name="connsiteY20-154" fmla="*/ 354356 h 4783510"/>
              <a:gd name="connsiteX21-155" fmla="*/ 9012952 w 12192000"/>
              <a:gd name="connsiteY21-156" fmla="*/ 1139547 h 4783510"/>
              <a:gd name="connsiteX22-157" fmla="*/ 11269135 w 12192000"/>
              <a:gd name="connsiteY22-158" fmla="*/ 1154978 h 4783510"/>
              <a:gd name="connsiteX23-159" fmla="*/ 11276593 w 12192000"/>
              <a:gd name="connsiteY23-160" fmla="*/ 1158504 h 4783510"/>
              <a:gd name="connsiteX24-161" fmla="*/ 11298713 w 12192000"/>
              <a:gd name="connsiteY24-162" fmla="*/ 1157049 h 4783510"/>
              <a:gd name="connsiteX25-163" fmla="*/ 11380829 w 12192000"/>
              <a:gd name="connsiteY25-164" fmla="*/ 1144822 h 4783510"/>
              <a:gd name="connsiteX26-165" fmla="*/ 11402942 w 12192000"/>
              <a:gd name="connsiteY26-166" fmla="*/ 1113350 h 4783510"/>
              <a:gd name="connsiteX27-167" fmla="*/ 11415520 w 12192000"/>
              <a:gd name="connsiteY27-168" fmla="*/ 1110800 h 4783510"/>
              <a:gd name="connsiteX28-169" fmla="*/ 11436464 w 12192000"/>
              <a:gd name="connsiteY28-170" fmla="*/ 1109251 h 4783510"/>
              <a:gd name="connsiteX29-171" fmla="*/ 11466905 w 12192000"/>
              <a:gd name="connsiteY29-172" fmla="*/ 1089800 h 4783510"/>
              <a:gd name="connsiteX30-173" fmla="*/ 11530655 w 12192000"/>
              <a:gd name="connsiteY30-174" fmla="*/ 1076007 h 4783510"/>
              <a:gd name="connsiteX31-175" fmla="*/ 11632767 w 12192000"/>
              <a:gd name="connsiteY31-176" fmla="*/ 1001326 h 4783510"/>
              <a:gd name="connsiteX32-177" fmla="*/ 11732439 w 12192000"/>
              <a:gd name="connsiteY32-178" fmla="*/ 984350 h 4783510"/>
              <a:gd name="connsiteX33-179" fmla="*/ 11766504 w 12192000"/>
              <a:gd name="connsiteY33-180" fmla="*/ 976255 h 4783510"/>
              <a:gd name="connsiteX34-181" fmla="*/ 11805989 w 12192000"/>
              <a:gd name="connsiteY34-182" fmla="*/ 1009267 h 4783510"/>
              <a:gd name="connsiteX35-183" fmla="*/ 11862559 w 12192000"/>
              <a:gd name="connsiteY35-184" fmla="*/ 990346 h 4783510"/>
              <a:gd name="connsiteX36-185" fmla="*/ 11895040 w 12192000"/>
              <a:gd name="connsiteY36-186" fmla="*/ 1014200 h 4783510"/>
              <a:gd name="connsiteX37-187" fmla="*/ 11959068 w 12192000"/>
              <a:gd name="connsiteY37-188" fmla="*/ 979087 h 4783510"/>
              <a:gd name="connsiteX38-189" fmla="*/ 11974871 w 12192000"/>
              <a:gd name="connsiteY38-190" fmla="*/ 981280 h 4783510"/>
              <a:gd name="connsiteX39-191" fmla="*/ 11996673 w 12192000"/>
              <a:gd name="connsiteY39-192" fmla="*/ 989271 h 4783510"/>
              <a:gd name="connsiteX40-193" fmla="*/ 12064304 w 12192000"/>
              <a:gd name="connsiteY40-194" fmla="*/ 976743 h 4783510"/>
              <a:gd name="connsiteX41-195" fmla="*/ 12108011 w 12192000"/>
              <a:gd name="connsiteY41-196" fmla="*/ 949852 h 4783510"/>
              <a:gd name="connsiteX42-197" fmla="*/ 12137961 w 12192000"/>
              <a:gd name="connsiteY42-198" fmla="*/ 928659 h 4783510"/>
              <a:gd name="connsiteX43-199" fmla="*/ 12152392 w 12192000"/>
              <a:gd name="connsiteY43-200" fmla="*/ 940852 h 4783510"/>
              <a:gd name="connsiteX44-201" fmla="*/ 12187275 w 12192000"/>
              <a:gd name="connsiteY44-202" fmla="*/ 939175 h 4783510"/>
              <a:gd name="connsiteX45-203" fmla="*/ 12192000 w 12192000"/>
              <a:gd name="connsiteY45-204" fmla="*/ 932202 h 4783510"/>
              <a:gd name="connsiteX46-205" fmla="*/ 12192000 w 12192000"/>
              <a:gd name="connsiteY46-206" fmla="*/ 1423622 h 4783510"/>
              <a:gd name="connsiteX47-207" fmla="*/ 12192000 w 12192000"/>
              <a:gd name="connsiteY47-208" fmla="*/ 2783600 h 4783510"/>
              <a:gd name="connsiteX48-209" fmla="*/ 12192000 w 12192000"/>
              <a:gd name="connsiteY48-210" fmla="*/ 4783510 h 4783510"/>
              <a:gd name="connsiteX49-211" fmla="*/ 2 w 12192000"/>
              <a:gd name="connsiteY49-212" fmla="*/ 4783510 h 4783510"/>
              <a:gd name="connsiteX50-213" fmla="*/ 2 w 12192000"/>
              <a:gd name="connsiteY50-214" fmla="*/ 1855074 h 4783510"/>
              <a:gd name="connsiteX51-215" fmla="*/ 0 w 12192000"/>
              <a:gd name="connsiteY51-216" fmla="*/ 1855074 h 4783510"/>
              <a:gd name="connsiteX52-217" fmla="*/ 0 w 12192000"/>
              <a:gd name="connsiteY52-218" fmla="*/ 3676 h 4783510"/>
              <a:gd name="connsiteX53-219" fmla="*/ 4725 w 12192000"/>
              <a:gd name="connsiteY53-220" fmla="*/ 10649 h 4783510"/>
              <a:gd name="connsiteX54-221" fmla="*/ 39608 w 12192000"/>
              <a:gd name="connsiteY54-222" fmla="*/ 12325 h 4783510"/>
              <a:gd name="connsiteX55-223" fmla="*/ 54039 w 12192000"/>
              <a:gd name="connsiteY55-224" fmla="*/ 133 h 4783510"/>
              <a:gd name="connsiteX0-225" fmla="*/ 54039 w 12192000"/>
              <a:gd name="connsiteY0-226" fmla="*/ 133 h 4783510"/>
              <a:gd name="connsiteX1-227" fmla="*/ 83989 w 12192000"/>
              <a:gd name="connsiteY1-228" fmla="*/ 21326 h 4783510"/>
              <a:gd name="connsiteX2-229" fmla="*/ 127696 w 12192000"/>
              <a:gd name="connsiteY2-230" fmla="*/ 48217 h 4783510"/>
              <a:gd name="connsiteX3-231" fmla="*/ 195328 w 12192000"/>
              <a:gd name="connsiteY3-232" fmla="*/ 60745 h 4783510"/>
              <a:gd name="connsiteX4-233" fmla="*/ 217130 w 12192000"/>
              <a:gd name="connsiteY4-234" fmla="*/ 52754 h 4783510"/>
              <a:gd name="connsiteX5-235" fmla="*/ 232932 w 12192000"/>
              <a:gd name="connsiteY5-236" fmla="*/ 50560 h 4783510"/>
              <a:gd name="connsiteX6-237" fmla="*/ 296960 w 12192000"/>
              <a:gd name="connsiteY6-238" fmla="*/ 85674 h 4783510"/>
              <a:gd name="connsiteX7-239" fmla="*/ 329442 w 12192000"/>
              <a:gd name="connsiteY7-240" fmla="*/ 61820 h 4783510"/>
              <a:gd name="connsiteX8-241" fmla="*/ 386012 w 12192000"/>
              <a:gd name="connsiteY8-242" fmla="*/ 80741 h 4783510"/>
              <a:gd name="connsiteX9-243" fmla="*/ 425496 w 12192000"/>
              <a:gd name="connsiteY9-244" fmla="*/ 47729 h 4783510"/>
              <a:gd name="connsiteX10-245" fmla="*/ 459561 w 12192000"/>
              <a:gd name="connsiteY10-246" fmla="*/ 55824 h 4783510"/>
              <a:gd name="connsiteX11-247" fmla="*/ 559233 w 12192000"/>
              <a:gd name="connsiteY11-248" fmla="*/ 72799 h 4783510"/>
              <a:gd name="connsiteX12-249" fmla="*/ 661345 w 12192000"/>
              <a:gd name="connsiteY12-250" fmla="*/ 147481 h 4783510"/>
              <a:gd name="connsiteX13-251" fmla="*/ 725095 w 12192000"/>
              <a:gd name="connsiteY13-252" fmla="*/ 161274 h 4783510"/>
              <a:gd name="connsiteX14-253" fmla="*/ 755536 w 12192000"/>
              <a:gd name="connsiteY14-254" fmla="*/ 180724 h 4783510"/>
              <a:gd name="connsiteX15-255" fmla="*/ 776480 w 12192000"/>
              <a:gd name="connsiteY15-256" fmla="*/ 182273 h 4783510"/>
              <a:gd name="connsiteX16-257" fmla="*/ 789058 w 12192000"/>
              <a:gd name="connsiteY16-258" fmla="*/ 184824 h 4783510"/>
              <a:gd name="connsiteX17-259" fmla="*/ 811171 w 12192000"/>
              <a:gd name="connsiteY17-260" fmla="*/ 216295 h 4783510"/>
              <a:gd name="connsiteX18-261" fmla="*/ 878029 w 12192000"/>
              <a:gd name="connsiteY18-262" fmla="*/ 215023 h 4783510"/>
              <a:gd name="connsiteX19-263" fmla="*/ 884769 w 12192000"/>
              <a:gd name="connsiteY19-264" fmla="*/ 220986 h 4783510"/>
              <a:gd name="connsiteX20-265" fmla="*/ 1600387 w 12192000"/>
              <a:gd name="connsiteY20-266" fmla="*/ 354356 h 4783510"/>
              <a:gd name="connsiteX21-267" fmla="*/ 9012952 w 12192000"/>
              <a:gd name="connsiteY21-268" fmla="*/ 1139547 h 4783510"/>
              <a:gd name="connsiteX22-269" fmla="*/ 11269135 w 12192000"/>
              <a:gd name="connsiteY22-270" fmla="*/ 1154978 h 4783510"/>
              <a:gd name="connsiteX23-271" fmla="*/ 11276593 w 12192000"/>
              <a:gd name="connsiteY23-272" fmla="*/ 1158504 h 4783510"/>
              <a:gd name="connsiteX24-273" fmla="*/ 11298713 w 12192000"/>
              <a:gd name="connsiteY24-274" fmla="*/ 1157049 h 4783510"/>
              <a:gd name="connsiteX25-275" fmla="*/ 11380829 w 12192000"/>
              <a:gd name="connsiteY25-276" fmla="*/ 1144822 h 4783510"/>
              <a:gd name="connsiteX26-277" fmla="*/ 11402942 w 12192000"/>
              <a:gd name="connsiteY26-278" fmla="*/ 1113350 h 4783510"/>
              <a:gd name="connsiteX27-279" fmla="*/ 11415520 w 12192000"/>
              <a:gd name="connsiteY27-280" fmla="*/ 1110800 h 4783510"/>
              <a:gd name="connsiteX28-281" fmla="*/ 11436464 w 12192000"/>
              <a:gd name="connsiteY28-282" fmla="*/ 1109251 h 4783510"/>
              <a:gd name="connsiteX29-283" fmla="*/ 11466905 w 12192000"/>
              <a:gd name="connsiteY29-284" fmla="*/ 1089800 h 4783510"/>
              <a:gd name="connsiteX30-285" fmla="*/ 11530655 w 12192000"/>
              <a:gd name="connsiteY30-286" fmla="*/ 1076007 h 4783510"/>
              <a:gd name="connsiteX31-287" fmla="*/ 11632767 w 12192000"/>
              <a:gd name="connsiteY31-288" fmla="*/ 1001326 h 4783510"/>
              <a:gd name="connsiteX32-289" fmla="*/ 11732439 w 12192000"/>
              <a:gd name="connsiteY32-290" fmla="*/ 984350 h 4783510"/>
              <a:gd name="connsiteX33-291" fmla="*/ 11766504 w 12192000"/>
              <a:gd name="connsiteY33-292" fmla="*/ 976255 h 4783510"/>
              <a:gd name="connsiteX34-293" fmla="*/ 11805989 w 12192000"/>
              <a:gd name="connsiteY34-294" fmla="*/ 1009267 h 4783510"/>
              <a:gd name="connsiteX35-295" fmla="*/ 11895040 w 12192000"/>
              <a:gd name="connsiteY35-296" fmla="*/ 1014200 h 4783510"/>
              <a:gd name="connsiteX36-297" fmla="*/ 11959068 w 12192000"/>
              <a:gd name="connsiteY36-298" fmla="*/ 979087 h 4783510"/>
              <a:gd name="connsiteX37-299" fmla="*/ 11974871 w 12192000"/>
              <a:gd name="connsiteY37-300" fmla="*/ 981280 h 4783510"/>
              <a:gd name="connsiteX38-301" fmla="*/ 11996673 w 12192000"/>
              <a:gd name="connsiteY38-302" fmla="*/ 989271 h 4783510"/>
              <a:gd name="connsiteX39-303" fmla="*/ 12064304 w 12192000"/>
              <a:gd name="connsiteY39-304" fmla="*/ 976743 h 4783510"/>
              <a:gd name="connsiteX40-305" fmla="*/ 12108011 w 12192000"/>
              <a:gd name="connsiteY40-306" fmla="*/ 949852 h 4783510"/>
              <a:gd name="connsiteX41-307" fmla="*/ 12137961 w 12192000"/>
              <a:gd name="connsiteY41-308" fmla="*/ 928659 h 4783510"/>
              <a:gd name="connsiteX42-309" fmla="*/ 12152392 w 12192000"/>
              <a:gd name="connsiteY42-310" fmla="*/ 940852 h 4783510"/>
              <a:gd name="connsiteX43-311" fmla="*/ 12187275 w 12192000"/>
              <a:gd name="connsiteY43-312" fmla="*/ 939175 h 4783510"/>
              <a:gd name="connsiteX44-313" fmla="*/ 12192000 w 12192000"/>
              <a:gd name="connsiteY44-314" fmla="*/ 932202 h 4783510"/>
              <a:gd name="connsiteX45-315" fmla="*/ 12192000 w 12192000"/>
              <a:gd name="connsiteY45-316" fmla="*/ 1423622 h 4783510"/>
              <a:gd name="connsiteX46-317" fmla="*/ 12192000 w 12192000"/>
              <a:gd name="connsiteY46-318" fmla="*/ 2783600 h 4783510"/>
              <a:gd name="connsiteX47-319" fmla="*/ 12192000 w 12192000"/>
              <a:gd name="connsiteY47-320" fmla="*/ 4783510 h 4783510"/>
              <a:gd name="connsiteX48-321" fmla="*/ 2 w 12192000"/>
              <a:gd name="connsiteY48-322" fmla="*/ 4783510 h 4783510"/>
              <a:gd name="connsiteX49-323" fmla="*/ 2 w 12192000"/>
              <a:gd name="connsiteY49-324" fmla="*/ 1855074 h 4783510"/>
              <a:gd name="connsiteX50-325" fmla="*/ 0 w 12192000"/>
              <a:gd name="connsiteY50-326" fmla="*/ 1855074 h 4783510"/>
              <a:gd name="connsiteX51-327" fmla="*/ 0 w 12192000"/>
              <a:gd name="connsiteY51-328" fmla="*/ 3676 h 4783510"/>
              <a:gd name="connsiteX52-329" fmla="*/ 4725 w 12192000"/>
              <a:gd name="connsiteY52-330" fmla="*/ 10649 h 4783510"/>
              <a:gd name="connsiteX53-331" fmla="*/ 39608 w 12192000"/>
              <a:gd name="connsiteY53-332" fmla="*/ 12325 h 4783510"/>
              <a:gd name="connsiteX54-333" fmla="*/ 54039 w 12192000"/>
              <a:gd name="connsiteY54-334" fmla="*/ 133 h 4783510"/>
              <a:gd name="connsiteX0-335" fmla="*/ 54039 w 12192000"/>
              <a:gd name="connsiteY0-336" fmla="*/ 133 h 4783510"/>
              <a:gd name="connsiteX1-337" fmla="*/ 83989 w 12192000"/>
              <a:gd name="connsiteY1-338" fmla="*/ 21326 h 4783510"/>
              <a:gd name="connsiteX2-339" fmla="*/ 127696 w 12192000"/>
              <a:gd name="connsiteY2-340" fmla="*/ 48217 h 4783510"/>
              <a:gd name="connsiteX3-341" fmla="*/ 195328 w 12192000"/>
              <a:gd name="connsiteY3-342" fmla="*/ 60745 h 4783510"/>
              <a:gd name="connsiteX4-343" fmla="*/ 217130 w 12192000"/>
              <a:gd name="connsiteY4-344" fmla="*/ 52754 h 4783510"/>
              <a:gd name="connsiteX5-345" fmla="*/ 232932 w 12192000"/>
              <a:gd name="connsiteY5-346" fmla="*/ 50560 h 4783510"/>
              <a:gd name="connsiteX6-347" fmla="*/ 296960 w 12192000"/>
              <a:gd name="connsiteY6-348" fmla="*/ 85674 h 4783510"/>
              <a:gd name="connsiteX7-349" fmla="*/ 329442 w 12192000"/>
              <a:gd name="connsiteY7-350" fmla="*/ 61820 h 4783510"/>
              <a:gd name="connsiteX8-351" fmla="*/ 386012 w 12192000"/>
              <a:gd name="connsiteY8-352" fmla="*/ 80741 h 4783510"/>
              <a:gd name="connsiteX9-353" fmla="*/ 425496 w 12192000"/>
              <a:gd name="connsiteY9-354" fmla="*/ 47729 h 4783510"/>
              <a:gd name="connsiteX10-355" fmla="*/ 459561 w 12192000"/>
              <a:gd name="connsiteY10-356" fmla="*/ 55824 h 4783510"/>
              <a:gd name="connsiteX11-357" fmla="*/ 559233 w 12192000"/>
              <a:gd name="connsiteY11-358" fmla="*/ 72799 h 4783510"/>
              <a:gd name="connsiteX12-359" fmla="*/ 661345 w 12192000"/>
              <a:gd name="connsiteY12-360" fmla="*/ 147481 h 4783510"/>
              <a:gd name="connsiteX13-361" fmla="*/ 725095 w 12192000"/>
              <a:gd name="connsiteY13-362" fmla="*/ 161274 h 4783510"/>
              <a:gd name="connsiteX14-363" fmla="*/ 755536 w 12192000"/>
              <a:gd name="connsiteY14-364" fmla="*/ 180724 h 4783510"/>
              <a:gd name="connsiteX15-365" fmla="*/ 776480 w 12192000"/>
              <a:gd name="connsiteY15-366" fmla="*/ 182273 h 4783510"/>
              <a:gd name="connsiteX16-367" fmla="*/ 789058 w 12192000"/>
              <a:gd name="connsiteY16-368" fmla="*/ 184824 h 4783510"/>
              <a:gd name="connsiteX17-369" fmla="*/ 811171 w 12192000"/>
              <a:gd name="connsiteY17-370" fmla="*/ 216295 h 4783510"/>
              <a:gd name="connsiteX18-371" fmla="*/ 878029 w 12192000"/>
              <a:gd name="connsiteY18-372" fmla="*/ 215023 h 4783510"/>
              <a:gd name="connsiteX19-373" fmla="*/ 884769 w 12192000"/>
              <a:gd name="connsiteY19-374" fmla="*/ 220986 h 4783510"/>
              <a:gd name="connsiteX20-375" fmla="*/ 1600387 w 12192000"/>
              <a:gd name="connsiteY20-376" fmla="*/ 354356 h 4783510"/>
              <a:gd name="connsiteX21-377" fmla="*/ 9012952 w 12192000"/>
              <a:gd name="connsiteY21-378" fmla="*/ 1139547 h 4783510"/>
              <a:gd name="connsiteX22-379" fmla="*/ 11269135 w 12192000"/>
              <a:gd name="connsiteY22-380" fmla="*/ 1154978 h 4783510"/>
              <a:gd name="connsiteX23-381" fmla="*/ 11276593 w 12192000"/>
              <a:gd name="connsiteY23-382" fmla="*/ 1158504 h 4783510"/>
              <a:gd name="connsiteX24-383" fmla="*/ 11298713 w 12192000"/>
              <a:gd name="connsiteY24-384" fmla="*/ 1157049 h 4783510"/>
              <a:gd name="connsiteX25-385" fmla="*/ 11380829 w 12192000"/>
              <a:gd name="connsiteY25-386" fmla="*/ 1144822 h 4783510"/>
              <a:gd name="connsiteX26-387" fmla="*/ 11402942 w 12192000"/>
              <a:gd name="connsiteY26-388" fmla="*/ 1113350 h 4783510"/>
              <a:gd name="connsiteX27-389" fmla="*/ 11415520 w 12192000"/>
              <a:gd name="connsiteY27-390" fmla="*/ 1110800 h 4783510"/>
              <a:gd name="connsiteX28-391" fmla="*/ 11436464 w 12192000"/>
              <a:gd name="connsiteY28-392" fmla="*/ 1109251 h 4783510"/>
              <a:gd name="connsiteX29-393" fmla="*/ 11466905 w 12192000"/>
              <a:gd name="connsiteY29-394" fmla="*/ 1089800 h 4783510"/>
              <a:gd name="connsiteX30-395" fmla="*/ 11530655 w 12192000"/>
              <a:gd name="connsiteY30-396" fmla="*/ 1076007 h 4783510"/>
              <a:gd name="connsiteX31-397" fmla="*/ 11632767 w 12192000"/>
              <a:gd name="connsiteY31-398" fmla="*/ 1001326 h 4783510"/>
              <a:gd name="connsiteX32-399" fmla="*/ 11732439 w 12192000"/>
              <a:gd name="connsiteY32-400" fmla="*/ 984350 h 4783510"/>
              <a:gd name="connsiteX33-401" fmla="*/ 11766504 w 12192000"/>
              <a:gd name="connsiteY33-402" fmla="*/ 976255 h 4783510"/>
              <a:gd name="connsiteX34-403" fmla="*/ 11805989 w 12192000"/>
              <a:gd name="connsiteY34-404" fmla="*/ 1009267 h 4783510"/>
              <a:gd name="connsiteX35-405" fmla="*/ 11891635 w 12192000"/>
              <a:gd name="connsiteY35-406" fmla="*/ 997172 h 4783510"/>
              <a:gd name="connsiteX36-407" fmla="*/ 11959068 w 12192000"/>
              <a:gd name="connsiteY36-408" fmla="*/ 979087 h 4783510"/>
              <a:gd name="connsiteX37-409" fmla="*/ 11974871 w 12192000"/>
              <a:gd name="connsiteY37-410" fmla="*/ 981280 h 4783510"/>
              <a:gd name="connsiteX38-411" fmla="*/ 11996673 w 12192000"/>
              <a:gd name="connsiteY38-412" fmla="*/ 989271 h 4783510"/>
              <a:gd name="connsiteX39-413" fmla="*/ 12064304 w 12192000"/>
              <a:gd name="connsiteY39-414" fmla="*/ 976743 h 4783510"/>
              <a:gd name="connsiteX40-415" fmla="*/ 12108011 w 12192000"/>
              <a:gd name="connsiteY40-416" fmla="*/ 949852 h 4783510"/>
              <a:gd name="connsiteX41-417" fmla="*/ 12137961 w 12192000"/>
              <a:gd name="connsiteY41-418" fmla="*/ 928659 h 4783510"/>
              <a:gd name="connsiteX42-419" fmla="*/ 12152392 w 12192000"/>
              <a:gd name="connsiteY42-420" fmla="*/ 940852 h 4783510"/>
              <a:gd name="connsiteX43-421" fmla="*/ 12187275 w 12192000"/>
              <a:gd name="connsiteY43-422" fmla="*/ 939175 h 4783510"/>
              <a:gd name="connsiteX44-423" fmla="*/ 12192000 w 12192000"/>
              <a:gd name="connsiteY44-424" fmla="*/ 932202 h 4783510"/>
              <a:gd name="connsiteX45-425" fmla="*/ 12192000 w 12192000"/>
              <a:gd name="connsiteY45-426" fmla="*/ 1423622 h 4783510"/>
              <a:gd name="connsiteX46-427" fmla="*/ 12192000 w 12192000"/>
              <a:gd name="connsiteY46-428" fmla="*/ 2783600 h 4783510"/>
              <a:gd name="connsiteX47-429" fmla="*/ 12192000 w 12192000"/>
              <a:gd name="connsiteY47-430" fmla="*/ 4783510 h 4783510"/>
              <a:gd name="connsiteX48-431" fmla="*/ 2 w 12192000"/>
              <a:gd name="connsiteY48-432" fmla="*/ 4783510 h 4783510"/>
              <a:gd name="connsiteX49-433" fmla="*/ 2 w 12192000"/>
              <a:gd name="connsiteY49-434" fmla="*/ 1855074 h 4783510"/>
              <a:gd name="connsiteX50-435" fmla="*/ 0 w 12192000"/>
              <a:gd name="connsiteY50-436" fmla="*/ 1855074 h 4783510"/>
              <a:gd name="connsiteX51-437" fmla="*/ 0 w 12192000"/>
              <a:gd name="connsiteY51-438" fmla="*/ 3676 h 4783510"/>
              <a:gd name="connsiteX52-439" fmla="*/ 4725 w 12192000"/>
              <a:gd name="connsiteY52-440" fmla="*/ 10649 h 4783510"/>
              <a:gd name="connsiteX53-441" fmla="*/ 39608 w 12192000"/>
              <a:gd name="connsiteY53-442" fmla="*/ 12325 h 4783510"/>
              <a:gd name="connsiteX54-443" fmla="*/ 54039 w 12192000"/>
              <a:gd name="connsiteY54-444" fmla="*/ 133 h 4783510"/>
              <a:gd name="connsiteX0-445" fmla="*/ 54039 w 12192000"/>
              <a:gd name="connsiteY0-446" fmla="*/ 133 h 4783510"/>
              <a:gd name="connsiteX1-447" fmla="*/ 83989 w 12192000"/>
              <a:gd name="connsiteY1-448" fmla="*/ 21326 h 4783510"/>
              <a:gd name="connsiteX2-449" fmla="*/ 127696 w 12192000"/>
              <a:gd name="connsiteY2-450" fmla="*/ 48217 h 4783510"/>
              <a:gd name="connsiteX3-451" fmla="*/ 195328 w 12192000"/>
              <a:gd name="connsiteY3-452" fmla="*/ 60745 h 4783510"/>
              <a:gd name="connsiteX4-453" fmla="*/ 217130 w 12192000"/>
              <a:gd name="connsiteY4-454" fmla="*/ 52754 h 4783510"/>
              <a:gd name="connsiteX5-455" fmla="*/ 232932 w 12192000"/>
              <a:gd name="connsiteY5-456" fmla="*/ 50560 h 4783510"/>
              <a:gd name="connsiteX6-457" fmla="*/ 296960 w 12192000"/>
              <a:gd name="connsiteY6-458" fmla="*/ 85674 h 4783510"/>
              <a:gd name="connsiteX7-459" fmla="*/ 329442 w 12192000"/>
              <a:gd name="connsiteY7-460" fmla="*/ 61820 h 4783510"/>
              <a:gd name="connsiteX8-461" fmla="*/ 386012 w 12192000"/>
              <a:gd name="connsiteY8-462" fmla="*/ 80741 h 4783510"/>
              <a:gd name="connsiteX9-463" fmla="*/ 425496 w 12192000"/>
              <a:gd name="connsiteY9-464" fmla="*/ 47729 h 4783510"/>
              <a:gd name="connsiteX10-465" fmla="*/ 459561 w 12192000"/>
              <a:gd name="connsiteY10-466" fmla="*/ 55824 h 4783510"/>
              <a:gd name="connsiteX11-467" fmla="*/ 559233 w 12192000"/>
              <a:gd name="connsiteY11-468" fmla="*/ 72799 h 4783510"/>
              <a:gd name="connsiteX12-469" fmla="*/ 661345 w 12192000"/>
              <a:gd name="connsiteY12-470" fmla="*/ 147481 h 4783510"/>
              <a:gd name="connsiteX13-471" fmla="*/ 725095 w 12192000"/>
              <a:gd name="connsiteY13-472" fmla="*/ 161274 h 4783510"/>
              <a:gd name="connsiteX14-473" fmla="*/ 755536 w 12192000"/>
              <a:gd name="connsiteY14-474" fmla="*/ 180724 h 4783510"/>
              <a:gd name="connsiteX15-475" fmla="*/ 776480 w 12192000"/>
              <a:gd name="connsiteY15-476" fmla="*/ 182273 h 4783510"/>
              <a:gd name="connsiteX16-477" fmla="*/ 789058 w 12192000"/>
              <a:gd name="connsiteY16-478" fmla="*/ 184824 h 4783510"/>
              <a:gd name="connsiteX17-479" fmla="*/ 811171 w 12192000"/>
              <a:gd name="connsiteY17-480" fmla="*/ 216295 h 4783510"/>
              <a:gd name="connsiteX18-481" fmla="*/ 878029 w 12192000"/>
              <a:gd name="connsiteY18-482" fmla="*/ 215023 h 4783510"/>
              <a:gd name="connsiteX19-483" fmla="*/ 884769 w 12192000"/>
              <a:gd name="connsiteY19-484" fmla="*/ 220986 h 4783510"/>
              <a:gd name="connsiteX20-485" fmla="*/ 1600387 w 12192000"/>
              <a:gd name="connsiteY20-486" fmla="*/ 354356 h 4783510"/>
              <a:gd name="connsiteX21-487" fmla="*/ 9012952 w 12192000"/>
              <a:gd name="connsiteY21-488" fmla="*/ 1139547 h 4783510"/>
              <a:gd name="connsiteX22-489" fmla="*/ 11269135 w 12192000"/>
              <a:gd name="connsiteY22-490" fmla="*/ 1154978 h 4783510"/>
              <a:gd name="connsiteX23-491" fmla="*/ 11276593 w 12192000"/>
              <a:gd name="connsiteY23-492" fmla="*/ 1158504 h 4783510"/>
              <a:gd name="connsiteX24-493" fmla="*/ 11298713 w 12192000"/>
              <a:gd name="connsiteY24-494" fmla="*/ 1157049 h 4783510"/>
              <a:gd name="connsiteX25-495" fmla="*/ 11380829 w 12192000"/>
              <a:gd name="connsiteY25-496" fmla="*/ 1144822 h 4783510"/>
              <a:gd name="connsiteX26-497" fmla="*/ 11402942 w 12192000"/>
              <a:gd name="connsiteY26-498" fmla="*/ 1113350 h 4783510"/>
              <a:gd name="connsiteX27-499" fmla="*/ 11415520 w 12192000"/>
              <a:gd name="connsiteY27-500" fmla="*/ 1110800 h 4783510"/>
              <a:gd name="connsiteX28-501" fmla="*/ 11436464 w 12192000"/>
              <a:gd name="connsiteY28-502" fmla="*/ 1109251 h 4783510"/>
              <a:gd name="connsiteX29-503" fmla="*/ 11466905 w 12192000"/>
              <a:gd name="connsiteY29-504" fmla="*/ 1089800 h 4783510"/>
              <a:gd name="connsiteX30-505" fmla="*/ 11530655 w 12192000"/>
              <a:gd name="connsiteY30-506" fmla="*/ 1076007 h 4783510"/>
              <a:gd name="connsiteX31-507" fmla="*/ 11632767 w 12192000"/>
              <a:gd name="connsiteY31-508" fmla="*/ 1001326 h 4783510"/>
              <a:gd name="connsiteX32-509" fmla="*/ 11732439 w 12192000"/>
              <a:gd name="connsiteY32-510" fmla="*/ 984350 h 4783510"/>
              <a:gd name="connsiteX33-511" fmla="*/ 11766504 w 12192000"/>
              <a:gd name="connsiteY33-512" fmla="*/ 976255 h 4783510"/>
              <a:gd name="connsiteX34-513" fmla="*/ 11826422 w 12192000"/>
              <a:gd name="connsiteY34-514" fmla="*/ 995644 h 4783510"/>
              <a:gd name="connsiteX35-515" fmla="*/ 11891635 w 12192000"/>
              <a:gd name="connsiteY35-516" fmla="*/ 997172 h 4783510"/>
              <a:gd name="connsiteX36-517" fmla="*/ 11959068 w 12192000"/>
              <a:gd name="connsiteY36-518" fmla="*/ 979087 h 4783510"/>
              <a:gd name="connsiteX37-519" fmla="*/ 11974871 w 12192000"/>
              <a:gd name="connsiteY37-520" fmla="*/ 981280 h 4783510"/>
              <a:gd name="connsiteX38-521" fmla="*/ 11996673 w 12192000"/>
              <a:gd name="connsiteY38-522" fmla="*/ 989271 h 4783510"/>
              <a:gd name="connsiteX39-523" fmla="*/ 12064304 w 12192000"/>
              <a:gd name="connsiteY39-524" fmla="*/ 976743 h 4783510"/>
              <a:gd name="connsiteX40-525" fmla="*/ 12108011 w 12192000"/>
              <a:gd name="connsiteY40-526" fmla="*/ 949852 h 4783510"/>
              <a:gd name="connsiteX41-527" fmla="*/ 12137961 w 12192000"/>
              <a:gd name="connsiteY41-528" fmla="*/ 928659 h 4783510"/>
              <a:gd name="connsiteX42-529" fmla="*/ 12152392 w 12192000"/>
              <a:gd name="connsiteY42-530" fmla="*/ 940852 h 4783510"/>
              <a:gd name="connsiteX43-531" fmla="*/ 12187275 w 12192000"/>
              <a:gd name="connsiteY43-532" fmla="*/ 939175 h 4783510"/>
              <a:gd name="connsiteX44-533" fmla="*/ 12192000 w 12192000"/>
              <a:gd name="connsiteY44-534" fmla="*/ 932202 h 4783510"/>
              <a:gd name="connsiteX45-535" fmla="*/ 12192000 w 12192000"/>
              <a:gd name="connsiteY45-536" fmla="*/ 1423622 h 4783510"/>
              <a:gd name="connsiteX46-537" fmla="*/ 12192000 w 12192000"/>
              <a:gd name="connsiteY46-538" fmla="*/ 2783600 h 4783510"/>
              <a:gd name="connsiteX47-539" fmla="*/ 12192000 w 12192000"/>
              <a:gd name="connsiteY47-540" fmla="*/ 4783510 h 4783510"/>
              <a:gd name="connsiteX48-541" fmla="*/ 2 w 12192000"/>
              <a:gd name="connsiteY48-542" fmla="*/ 4783510 h 4783510"/>
              <a:gd name="connsiteX49-543" fmla="*/ 2 w 12192000"/>
              <a:gd name="connsiteY49-544" fmla="*/ 1855074 h 4783510"/>
              <a:gd name="connsiteX50-545" fmla="*/ 0 w 12192000"/>
              <a:gd name="connsiteY50-546" fmla="*/ 1855074 h 4783510"/>
              <a:gd name="connsiteX51-547" fmla="*/ 0 w 12192000"/>
              <a:gd name="connsiteY51-548" fmla="*/ 3676 h 4783510"/>
              <a:gd name="connsiteX52-549" fmla="*/ 4725 w 12192000"/>
              <a:gd name="connsiteY52-550" fmla="*/ 10649 h 4783510"/>
              <a:gd name="connsiteX53-551" fmla="*/ 39608 w 12192000"/>
              <a:gd name="connsiteY53-552" fmla="*/ 12325 h 4783510"/>
              <a:gd name="connsiteX54-553" fmla="*/ 54039 w 12192000"/>
              <a:gd name="connsiteY54-554" fmla="*/ 133 h 4783510"/>
              <a:gd name="connsiteX0-555" fmla="*/ 54039 w 12192000"/>
              <a:gd name="connsiteY0-556" fmla="*/ 133 h 4783510"/>
              <a:gd name="connsiteX1-557" fmla="*/ 83989 w 12192000"/>
              <a:gd name="connsiteY1-558" fmla="*/ 21326 h 4783510"/>
              <a:gd name="connsiteX2-559" fmla="*/ 127696 w 12192000"/>
              <a:gd name="connsiteY2-560" fmla="*/ 48217 h 4783510"/>
              <a:gd name="connsiteX3-561" fmla="*/ 195328 w 12192000"/>
              <a:gd name="connsiteY3-562" fmla="*/ 60745 h 4783510"/>
              <a:gd name="connsiteX4-563" fmla="*/ 217130 w 12192000"/>
              <a:gd name="connsiteY4-564" fmla="*/ 52754 h 4783510"/>
              <a:gd name="connsiteX5-565" fmla="*/ 232932 w 12192000"/>
              <a:gd name="connsiteY5-566" fmla="*/ 50560 h 4783510"/>
              <a:gd name="connsiteX6-567" fmla="*/ 296960 w 12192000"/>
              <a:gd name="connsiteY6-568" fmla="*/ 85674 h 4783510"/>
              <a:gd name="connsiteX7-569" fmla="*/ 329442 w 12192000"/>
              <a:gd name="connsiteY7-570" fmla="*/ 61820 h 4783510"/>
              <a:gd name="connsiteX8-571" fmla="*/ 386012 w 12192000"/>
              <a:gd name="connsiteY8-572" fmla="*/ 80741 h 4783510"/>
              <a:gd name="connsiteX9-573" fmla="*/ 425496 w 12192000"/>
              <a:gd name="connsiteY9-574" fmla="*/ 47729 h 4783510"/>
              <a:gd name="connsiteX10-575" fmla="*/ 459561 w 12192000"/>
              <a:gd name="connsiteY10-576" fmla="*/ 55824 h 4783510"/>
              <a:gd name="connsiteX11-577" fmla="*/ 559233 w 12192000"/>
              <a:gd name="connsiteY11-578" fmla="*/ 72799 h 4783510"/>
              <a:gd name="connsiteX12-579" fmla="*/ 661345 w 12192000"/>
              <a:gd name="connsiteY12-580" fmla="*/ 147481 h 4783510"/>
              <a:gd name="connsiteX13-581" fmla="*/ 725095 w 12192000"/>
              <a:gd name="connsiteY13-582" fmla="*/ 161274 h 4783510"/>
              <a:gd name="connsiteX14-583" fmla="*/ 755536 w 12192000"/>
              <a:gd name="connsiteY14-584" fmla="*/ 180724 h 4783510"/>
              <a:gd name="connsiteX15-585" fmla="*/ 776480 w 12192000"/>
              <a:gd name="connsiteY15-586" fmla="*/ 182273 h 4783510"/>
              <a:gd name="connsiteX16-587" fmla="*/ 789058 w 12192000"/>
              <a:gd name="connsiteY16-588" fmla="*/ 184824 h 4783510"/>
              <a:gd name="connsiteX17-589" fmla="*/ 811171 w 12192000"/>
              <a:gd name="connsiteY17-590" fmla="*/ 216295 h 4783510"/>
              <a:gd name="connsiteX18-591" fmla="*/ 878029 w 12192000"/>
              <a:gd name="connsiteY18-592" fmla="*/ 215023 h 4783510"/>
              <a:gd name="connsiteX19-593" fmla="*/ 884769 w 12192000"/>
              <a:gd name="connsiteY19-594" fmla="*/ 220986 h 4783510"/>
              <a:gd name="connsiteX20-595" fmla="*/ 1600387 w 12192000"/>
              <a:gd name="connsiteY20-596" fmla="*/ 354356 h 4783510"/>
              <a:gd name="connsiteX21-597" fmla="*/ 9012952 w 12192000"/>
              <a:gd name="connsiteY21-598" fmla="*/ 1139547 h 4783510"/>
              <a:gd name="connsiteX22-599" fmla="*/ 11269135 w 12192000"/>
              <a:gd name="connsiteY22-600" fmla="*/ 1154978 h 4783510"/>
              <a:gd name="connsiteX23-601" fmla="*/ 11276593 w 12192000"/>
              <a:gd name="connsiteY23-602" fmla="*/ 1158504 h 4783510"/>
              <a:gd name="connsiteX24-603" fmla="*/ 11298713 w 12192000"/>
              <a:gd name="connsiteY24-604" fmla="*/ 1157049 h 4783510"/>
              <a:gd name="connsiteX25-605" fmla="*/ 11380829 w 12192000"/>
              <a:gd name="connsiteY25-606" fmla="*/ 1144822 h 4783510"/>
              <a:gd name="connsiteX26-607" fmla="*/ 11402942 w 12192000"/>
              <a:gd name="connsiteY26-608" fmla="*/ 1113350 h 4783510"/>
              <a:gd name="connsiteX27-609" fmla="*/ 11415520 w 12192000"/>
              <a:gd name="connsiteY27-610" fmla="*/ 1110800 h 4783510"/>
              <a:gd name="connsiteX28-611" fmla="*/ 11436464 w 12192000"/>
              <a:gd name="connsiteY28-612" fmla="*/ 1109251 h 4783510"/>
              <a:gd name="connsiteX29-613" fmla="*/ 11466905 w 12192000"/>
              <a:gd name="connsiteY29-614" fmla="*/ 1089800 h 4783510"/>
              <a:gd name="connsiteX30-615" fmla="*/ 11530655 w 12192000"/>
              <a:gd name="connsiteY30-616" fmla="*/ 1076007 h 4783510"/>
              <a:gd name="connsiteX31-617" fmla="*/ 11632767 w 12192000"/>
              <a:gd name="connsiteY31-618" fmla="*/ 1001326 h 4783510"/>
              <a:gd name="connsiteX32-619" fmla="*/ 11732439 w 12192000"/>
              <a:gd name="connsiteY32-620" fmla="*/ 984350 h 4783510"/>
              <a:gd name="connsiteX33-621" fmla="*/ 11766504 w 12192000"/>
              <a:gd name="connsiteY33-622" fmla="*/ 976255 h 4783510"/>
              <a:gd name="connsiteX34-623" fmla="*/ 11788440 w 12192000"/>
              <a:gd name="connsiteY34-624" fmla="*/ 995646 h 4783510"/>
              <a:gd name="connsiteX35-625" fmla="*/ 11826422 w 12192000"/>
              <a:gd name="connsiteY35-626" fmla="*/ 995644 h 4783510"/>
              <a:gd name="connsiteX36-627" fmla="*/ 11891635 w 12192000"/>
              <a:gd name="connsiteY36-628" fmla="*/ 997172 h 4783510"/>
              <a:gd name="connsiteX37-629" fmla="*/ 11959068 w 12192000"/>
              <a:gd name="connsiteY37-630" fmla="*/ 979087 h 4783510"/>
              <a:gd name="connsiteX38-631" fmla="*/ 11974871 w 12192000"/>
              <a:gd name="connsiteY38-632" fmla="*/ 981280 h 4783510"/>
              <a:gd name="connsiteX39-633" fmla="*/ 11996673 w 12192000"/>
              <a:gd name="connsiteY39-634" fmla="*/ 989271 h 4783510"/>
              <a:gd name="connsiteX40-635" fmla="*/ 12064304 w 12192000"/>
              <a:gd name="connsiteY40-636" fmla="*/ 976743 h 4783510"/>
              <a:gd name="connsiteX41-637" fmla="*/ 12108011 w 12192000"/>
              <a:gd name="connsiteY41-638" fmla="*/ 949852 h 4783510"/>
              <a:gd name="connsiteX42-639" fmla="*/ 12137961 w 12192000"/>
              <a:gd name="connsiteY42-640" fmla="*/ 928659 h 4783510"/>
              <a:gd name="connsiteX43-641" fmla="*/ 12152392 w 12192000"/>
              <a:gd name="connsiteY43-642" fmla="*/ 940852 h 4783510"/>
              <a:gd name="connsiteX44-643" fmla="*/ 12187275 w 12192000"/>
              <a:gd name="connsiteY44-644" fmla="*/ 939175 h 4783510"/>
              <a:gd name="connsiteX45-645" fmla="*/ 12192000 w 12192000"/>
              <a:gd name="connsiteY45-646" fmla="*/ 932202 h 4783510"/>
              <a:gd name="connsiteX46-647" fmla="*/ 12192000 w 12192000"/>
              <a:gd name="connsiteY46-648" fmla="*/ 1423622 h 4783510"/>
              <a:gd name="connsiteX47-649" fmla="*/ 12192000 w 12192000"/>
              <a:gd name="connsiteY47-650" fmla="*/ 2783600 h 4783510"/>
              <a:gd name="connsiteX48-651" fmla="*/ 12192000 w 12192000"/>
              <a:gd name="connsiteY48-652" fmla="*/ 4783510 h 4783510"/>
              <a:gd name="connsiteX49-653" fmla="*/ 2 w 12192000"/>
              <a:gd name="connsiteY49-654" fmla="*/ 4783510 h 4783510"/>
              <a:gd name="connsiteX50-655" fmla="*/ 2 w 12192000"/>
              <a:gd name="connsiteY50-656" fmla="*/ 1855074 h 4783510"/>
              <a:gd name="connsiteX51-657" fmla="*/ 0 w 12192000"/>
              <a:gd name="connsiteY51-658" fmla="*/ 1855074 h 4783510"/>
              <a:gd name="connsiteX52-659" fmla="*/ 0 w 12192000"/>
              <a:gd name="connsiteY52-660" fmla="*/ 3676 h 4783510"/>
              <a:gd name="connsiteX53-661" fmla="*/ 4725 w 12192000"/>
              <a:gd name="connsiteY53-662" fmla="*/ 10649 h 4783510"/>
              <a:gd name="connsiteX54-663" fmla="*/ 39608 w 12192000"/>
              <a:gd name="connsiteY54-664" fmla="*/ 12325 h 4783510"/>
              <a:gd name="connsiteX55-665" fmla="*/ 54039 w 12192000"/>
              <a:gd name="connsiteY55-666" fmla="*/ 133 h 4783510"/>
              <a:gd name="connsiteX0-667" fmla="*/ 54039 w 12192000"/>
              <a:gd name="connsiteY0-668" fmla="*/ 133 h 4783510"/>
              <a:gd name="connsiteX1-669" fmla="*/ 83989 w 12192000"/>
              <a:gd name="connsiteY1-670" fmla="*/ 21326 h 4783510"/>
              <a:gd name="connsiteX2-671" fmla="*/ 127696 w 12192000"/>
              <a:gd name="connsiteY2-672" fmla="*/ 48217 h 4783510"/>
              <a:gd name="connsiteX3-673" fmla="*/ 195328 w 12192000"/>
              <a:gd name="connsiteY3-674" fmla="*/ 60745 h 4783510"/>
              <a:gd name="connsiteX4-675" fmla="*/ 217130 w 12192000"/>
              <a:gd name="connsiteY4-676" fmla="*/ 52754 h 4783510"/>
              <a:gd name="connsiteX5-677" fmla="*/ 232932 w 12192000"/>
              <a:gd name="connsiteY5-678" fmla="*/ 50560 h 4783510"/>
              <a:gd name="connsiteX6-679" fmla="*/ 296960 w 12192000"/>
              <a:gd name="connsiteY6-680" fmla="*/ 85674 h 4783510"/>
              <a:gd name="connsiteX7-681" fmla="*/ 329442 w 12192000"/>
              <a:gd name="connsiteY7-682" fmla="*/ 61820 h 4783510"/>
              <a:gd name="connsiteX8-683" fmla="*/ 386012 w 12192000"/>
              <a:gd name="connsiteY8-684" fmla="*/ 80741 h 4783510"/>
              <a:gd name="connsiteX9-685" fmla="*/ 425496 w 12192000"/>
              <a:gd name="connsiteY9-686" fmla="*/ 47729 h 4783510"/>
              <a:gd name="connsiteX10-687" fmla="*/ 459561 w 12192000"/>
              <a:gd name="connsiteY10-688" fmla="*/ 55824 h 4783510"/>
              <a:gd name="connsiteX11-689" fmla="*/ 559233 w 12192000"/>
              <a:gd name="connsiteY11-690" fmla="*/ 72799 h 4783510"/>
              <a:gd name="connsiteX12-691" fmla="*/ 661345 w 12192000"/>
              <a:gd name="connsiteY12-692" fmla="*/ 147481 h 4783510"/>
              <a:gd name="connsiteX13-693" fmla="*/ 725095 w 12192000"/>
              <a:gd name="connsiteY13-694" fmla="*/ 161274 h 4783510"/>
              <a:gd name="connsiteX14-695" fmla="*/ 755536 w 12192000"/>
              <a:gd name="connsiteY14-696" fmla="*/ 180724 h 4783510"/>
              <a:gd name="connsiteX15-697" fmla="*/ 776480 w 12192000"/>
              <a:gd name="connsiteY15-698" fmla="*/ 182273 h 4783510"/>
              <a:gd name="connsiteX16-699" fmla="*/ 789058 w 12192000"/>
              <a:gd name="connsiteY16-700" fmla="*/ 184824 h 4783510"/>
              <a:gd name="connsiteX17-701" fmla="*/ 811171 w 12192000"/>
              <a:gd name="connsiteY17-702" fmla="*/ 216295 h 4783510"/>
              <a:gd name="connsiteX18-703" fmla="*/ 878029 w 12192000"/>
              <a:gd name="connsiteY18-704" fmla="*/ 215023 h 4783510"/>
              <a:gd name="connsiteX19-705" fmla="*/ 884769 w 12192000"/>
              <a:gd name="connsiteY19-706" fmla="*/ 220986 h 4783510"/>
              <a:gd name="connsiteX20-707" fmla="*/ 1600387 w 12192000"/>
              <a:gd name="connsiteY20-708" fmla="*/ 354356 h 4783510"/>
              <a:gd name="connsiteX21-709" fmla="*/ 9012952 w 12192000"/>
              <a:gd name="connsiteY21-710" fmla="*/ 1139547 h 4783510"/>
              <a:gd name="connsiteX22-711" fmla="*/ 11269135 w 12192000"/>
              <a:gd name="connsiteY22-712" fmla="*/ 1154978 h 4783510"/>
              <a:gd name="connsiteX23-713" fmla="*/ 11276593 w 12192000"/>
              <a:gd name="connsiteY23-714" fmla="*/ 1158504 h 4783510"/>
              <a:gd name="connsiteX24-715" fmla="*/ 11298713 w 12192000"/>
              <a:gd name="connsiteY24-716" fmla="*/ 1157049 h 4783510"/>
              <a:gd name="connsiteX25-717" fmla="*/ 11380829 w 12192000"/>
              <a:gd name="connsiteY25-718" fmla="*/ 1144822 h 4783510"/>
              <a:gd name="connsiteX26-719" fmla="*/ 11402942 w 12192000"/>
              <a:gd name="connsiteY26-720" fmla="*/ 1113350 h 4783510"/>
              <a:gd name="connsiteX27-721" fmla="*/ 11415520 w 12192000"/>
              <a:gd name="connsiteY27-722" fmla="*/ 1110800 h 4783510"/>
              <a:gd name="connsiteX28-723" fmla="*/ 11436464 w 12192000"/>
              <a:gd name="connsiteY28-724" fmla="*/ 1109251 h 4783510"/>
              <a:gd name="connsiteX29-725" fmla="*/ 11466905 w 12192000"/>
              <a:gd name="connsiteY29-726" fmla="*/ 1089800 h 4783510"/>
              <a:gd name="connsiteX30-727" fmla="*/ 11530655 w 12192000"/>
              <a:gd name="connsiteY30-728" fmla="*/ 1076007 h 4783510"/>
              <a:gd name="connsiteX31-729" fmla="*/ 11632767 w 12192000"/>
              <a:gd name="connsiteY31-730" fmla="*/ 1001326 h 4783510"/>
              <a:gd name="connsiteX32-731" fmla="*/ 11735844 w 12192000"/>
              <a:gd name="connsiteY32-732" fmla="*/ 1008189 h 4783510"/>
              <a:gd name="connsiteX33-733" fmla="*/ 11766504 w 12192000"/>
              <a:gd name="connsiteY33-734" fmla="*/ 976255 h 4783510"/>
              <a:gd name="connsiteX34-735" fmla="*/ 11788440 w 12192000"/>
              <a:gd name="connsiteY34-736" fmla="*/ 995646 h 4783510"/>
              <a:gd name="connsiteX35-737" fmla="*/ 11826422 w 12192000"/>
              <a:gd name="connsiteY35-738" fmla="*/ 995644 h 4783510"/>
              <a:gd name="connsiteX36-739" fmla="*/ 11891635 w 12192000"/>
              <a:gd name="connsiteY36-740" fmla="*/ 997172 h 4783510"/>
              <a:gd name="connsiteX37-741" fmla="*/ 11959068 w 12192000"/>
              <a:gd name="connsiteY37-742" fmla="*/ 979087 h 4783510"/>
              <a:gd name="connsiteX38-743" fmla="*/ 11974871 w 12192000"/>
              <a:gd name="connsiteY38-744" fmla="*/ 981280 h 4783510"/>
              <a:gd name="connsiteX39-745" fmla="*/ 11996673 w 12192000"/>
              <a:gd name="connsiteY39-746" fmla="*/ 989271 h 4783510"/>
              <a:gd name="connsiteX40-747" fmla="*/ 12064304 w 12192000"/>
              <a:gd name="connsiteY40-748" fmla="*/ 976743 h 4783510"/>
              <a:gd name="connsiteX41-749" fmla="*/ 12108011 w 12192000"/>
              <a:gd name="connsiteY41-750" fmla="*/ 949852 h 4783510"/>
              <a:gd name="connsiteX42-751" fmla="*/ 12137961 w 12192000"/>
              <a:gd name="connsiteY42-752" fmla="*/ 928659 h 4783510"/>
              <a:gd name="connsiteX43-753" fmla="*/ 12152392 w 12192000"/>
              <a:gd name="connsiteY43-754" fmla="*/ 940852 h 4783510"/>
              <a:gd name="connsiteX44-755" fmla="*/ 12187275 w 12192000"/>
              <a:gd name="connsiteY44-756" fmla="*/ 939175 h 4783510"/>
              <a:gd name="connsiteX45-757" fmla="*/ 12192000 w 12192000"/>
              <a:gd name="connsiteY45-758" fmla="*/ 932202 h 4783510"/>
              <a:gd name="connsiteX46-759" fmla="*/ 12192000 w 12192000"/>
              <a:gd name="connsiteY46-760" fmla="*/ 1423622 h 4783510"/>
              <a:gd name="connsiteX47-761" fmla="*/ 12192000 w 12192000"/>
              <a:gd name="connsiteY47-762" fmla="*/ 2783600 h 4783510"/>
              <a:gd name="connsiteX48-763" fmla="*/ 12192000 w 12192000"/>
              <a:gd name="connsiteY48-764" fmla="*/ 4783510 h 4783510"/>
              <a:gd name="connsiteX49-765" fmla="*/ 2 w 12192000"/>
              <a:gd name="connsiteY49-766" fmla="*/ 4783510 h 4783510"/>
              <a:gd name="connsiteX50-767" fmla="*/ 2 w 12192000"/>
              <a:gd name="connsiteY50-768" fmla="*/ 1855074 h 4783510"/>
              <a:gd name="connsiteX51-769" fmla="*/ 0 w 12192000"/>
              <a:gd name="connsiteY51-770" fmla="*/ 1855074 h 4783510"/>
              <a:gd name="connsiteX52-771" fmla="*/ 0 w 12192000"/>
              <a:gd name="connsiteY52-772" fmla="*/ 3676 h 4783510"/>
              <a:gd name="connsiteX53-773" fmla="*/ 4725 w 12192000"/>
              <a:gd name="connsiteY53-774" fmla="*/ 10649 h 4783510"/>
              <a:gd name="connsiteX54-775" fmla="*/ 39608 w 12192000"/>
              <a:gd name="connsiteY54-776" fmla="*/ 12325 h 4783510"/>
              <a:gd name="connsiteX55-777" fmla="*/ 54039 w 12192000"/>
              <a:gd name="connsiteY55-778" fmla="*/ 133 h 4783510"/>
              <a:gd name="connsiteX0-779" fmla="*/ 54039 w 12192000"/>
              <a:gd name="connsiteY0-780" fmla="*/ 133 h 4783510"/>
              <a:gd name="connsiteX1-781" fmla="*/ 83989 w 12192000"/>
              <a:gd name="connsiteY1-782" fmla="*/ 21326 h 4783510"/>
              <a:gd name="connsiteX2-783" fmla="*/ 127696 w 12192000"/>
              <a:gd name="connsiteY2-784" fmla="*/ 48217 h 4783510"/>
              <a:gd name="connsiteX3-785" fmla="*/ 195328 w 12192000"/>
              <a:gd name="connsiteY3-786" fmla="*/ 60745 h 4783510"/>
              <a:gd name="connsiteX4-787" fmla="*/ 217130 w 12192000"/>
              <a:gd name="connsiteY4-788" fmla="*/ 52754 h 4783510"/>
              <a:gd name="connsiteX5-789" fmla="*/ 232932 w 12192000"/>
              <a:gd name="connsiteY5-790" fmla="*/ 50560 h 4783510"/>
              <a:gd name="connsiteX6-791" fmla="*/ 296960 w 12192000"/>
              <a:gd name="connsiteY6-792" fmla="*/ 85674 h 4783510"/>
              <a:gd name="connsiteX7-793" fmla="*/ 329442 w 12192000"/>
              <a:gd name="connsiteY7-794" fmla="*/ 61820 h 4783510"/>
              <a:gd name="connsiteX8-795" fmla="*/ 386012 w 12192000"/>
              <a:gd name="connsiteY8-796" fmla="*/ 80741 h 4783510"/>
              <a:gd name="connsiteX9-797" fmla="*/ 425496 w 12192000"/>
              <a:gd name="connsiteY9-798" fmla="*/ 47729 h 4783510"/>
              <a:gd name="connsiteX10-799" fmla="*/ 459561 w 12192000"/>
              <a:gd name="connsiteY10-800" fmla="*/ 55824 h 4783510"/>
              <a:gd name="connsiteX11-801" fmla="*/ 559233 w 12192000"/>
              <a:gd name="connsiteY11-802" fmla="*/ 72799 h 4783510"/>
              <a:gd name="connsiteX12-803" fmla="*/ 661345 w 12192000"/>
              <a:gd name="connsiteY12-804" fmla="*/ 147481 h 4783510"/>
              <a:gd name="connsiteX13-805" fmla="*/ 725095 w 12192000"/>
              <a:gd name="connsiteY13-806" fmla="*/ 161274 h 4783510"/>
              <a:gd name="connsiteX14-807" fmla="*/ 755536 w 12192000"/>
              <a:gd name="connsiteY14-808" fmla="*/ 180724 h 4783510"/>
              <a:gd name="connsiteX15-809" fmla="*/ 776480 w 12192000"/>
              <a:gd name="connsiteY15-810" fmla="*/ 182273 h 4783510"/>
              <a:gd name="connsiteX16-811" fmla="*/ 789058 w 12192000"/>
              <a:gd name="connsiteY16-812" fmla="*/ 184824 h 4783510"/>
              <a:gd name="connsiteX17-813" fmla="*/ 811171 w 12192000"/>
              <a:gd name="connsiteY17-814" fmla="*/ 216295 h 4783510"/>
              <a:gd name="connsiteX18-815" fmla="*/ 878029 w 12192000"/>
              <a:gd name="connsiteY18-816" fmla="*/ 215023 h 4783510"/>
              <a:gd name="connsiteX19-817" fmla="*/ 884769 w 12192000"/>
              <a:gd name="connsiteY19-818" fmla="*/ 220986 h 4783510"/>
              <a:gd name="connsiteX20-819" fmla="*/ 1600387 w 12192000"/>
              <a:gd name="connsiteY20-820" fmla="*/ 354356 h 4783510"/>
              <a:gd name="connsiteX21-821" fmla="*/ 9012952 w 12192000"/>
              <a:gd name="connsiteY21-822" fmla="*/ 1139547 h 4783510"/>
              <a:gd name="connsiteX22-823" fmla="*/ 11269135 w 12192000"/>
              <a:gd name="connsiteY22-824" fmla="*/ 1154978 h 4783510"/>
              <a:gd name="connsiteX23-825" fmla="*/ 11276593 w 12192000"/>
              <a:gd name="connsiteY23-826" fmla="*/ 1158504 h 4783510"/>
              <a:gd name="connsiteX24-827" fmla="*/ 11298713 w 12192000"/>
              <a:gd name="connsiteY24-828" fmla="*/ 1157049 h 4783510"/>
              <a:gd name="connsiteX25-829" fmla="*/ 11380829 w 12192000"/>
              <a:gd name="connsiteY25-830" fmla="*/ 1144822 h 4783510"/>
              <a:gd name="connsiteX26-831" fmla="*/ 11402942 w 12192000"/>
              <a:gd name="connsiteY26-832" fmla="*/ 1113350 h 4783510"/>
              <a:gd name="connsiteX27-833" fmla="*/ 11415520 w 12192000"/>
              <a:gd name="connsiteY27-834" fmla="*/ 1110800 h 4783510"/>
              <a:gd name="connsiteX28-835" fmla="*/ 11436464 w 12192000"/>
              <a:gd name="connsiteY28-836" fmla="*/ 1109251 h 4783510"/>
              <a:gd name="connsiteX29-837" fmla="*/ 11466905 w 12192000"/>
              <a:gd name="connsiteY29-838" fmla="*/ 1089800 h 4783510"/>
              <a:gd name="connsiteX30-839" fmla="*/ 11530655 w 12192000"/>
              <a:gd name="connsiteY30-840" fmla="*/ 1076007 h 4783510"/>
              <a:gd name="connsiteX31-841" fmla="*/ 11632767 w 12192000"/>
              <a:gd name="connsiteY31-842" fmla="*/ 1001326 h 4783510"/>
              <a:gd name="connsiteX32-843" fmla="*/ 11735844 w 12192000"/>
              <a:gd name="connsiteY32-844" fmla="*/ 1008189 h 4783510"/>
              <a:gd name="connsiteX33-845" fmla="*/ 11766504 w 12192000"/>
              <a:gd name="connsiteY33-846" fmla="*/ 976255 h 4783510"/>
              <a:gd name="connsiteX34-847" fmla="*/ 11788440 w 12192000"/>
              <a:gd name="connsiteY34-848" fmla="*/ 995646 h 4783510"/>
              <a:gd name="connsiteX35-849" fmla="*/ 11826422 w 12192000"/>
              <a:gd name="connsiteY35-850" fmla="*/ 995644 h 4783510"/>
              <a:gd name="connsiteX36-851" fmla="*/ 11891635 w 12192000"/>
              <a:gd name="connsiteY36-852" fmla="*/ 997172 h 4783510"/>
              <a:gd name="connsiteX37-853" fmla="*/ 11959068 w 12192000"/>
              <a:gd name="connsiteY37-854" fmla="*/ 979087 h 4783510"/>
              <a:gd name="connsiteX38-855" fmla="*/ 11974871 w 12192000"/>
              <a:gd name="connsiteY38-856" fmla="*/ 981280 h 4783510"/>
              <a:gd name="connsiteX39-857" fmla="*/ 11996673 w 12192000"/>
              <a:gd name="connsiteY39-858" fmla="*/ 989271 h 4783510"/>
              <a:gd name="connsiteX40-859" fmla="*/ 12064304 w 12192000"/>
              <a:gd name="connsiteY40-860" fmla="*/ 976743 h 4783510"/>
              <a:gd name="connsiteX41-861" fmla="*/ 12108011 w 12192000"/>
              <a:gd name="connsiteY41-862" fmla="*/ 949852 h 4783510"/>
              <a:gd name="connsiteX42-863" fmla="*/ 12137961 w 12192000"/>
              <a:gd name="connsiteY42-864" fmla="*/ 928659 h 4783510"/>
              <a:gd name="connsiteX43-865" fmla="*/ 12152392 w 12192000"/>
              <a:gd name="connsiteY43-866" fmla="*/ 940852 h 4783510"/>
              <a:gd name="connsiteX44-867" fmla="*/ 12187275 w 12192000"/>
              <a:gd name="connsiteY44-868" fmla="*/ 939175 h 4783510"/>
              <a:gd name="connsiteX45-869" fmla="*/ 12192000 w 12192000"/>
              <a:gd name="connsiteY45-870" fmla="*/ 932202 h 4783510"/>
              <a:gd name="connsiteX46-871" fmla="*/ 12192000 w 12192000"/>
              <a:gd name="connsiteY46-872" fmla="*/ 1423622 h 4783510"/>
              <a:gd name="connsiteX47-873" fmla="*/ 12192000 w 12192000"/>
              <a:gd name="connsiteY47-874" fmla="*/ 2783600 h 4783510"/>
              <a:gd name="connsiteX48-875" fmla="*/ 12192000 w 12192000"/>
              <a:gd name="connsiteY48-876" fmla="*/ 4783510 h 4783510"/>
              <a:gd name="connsiteX49-877" fmla="*/ 2 w 12192000"/>
              <a:gd name="connsiteY49-878" fmla="*/ 4783510 h 4783510"/>
              <a:gd name="connsiteX50-879" fmla="*/ 2 w 12192000"/>
              <a:gd name="connsiteY50-880" fmla="*/ 1855074 h 4783510"/>
              <a:gd name="connsiteX51-881" fmla="*/ 0 w 12192000"/>
              <a:gd name="connsiteY51-882" fmla="*/ 1855074 h 4783510"/>
              <a:gd name="connsiteX52-883" fmla="*/ 0 w 12192000"/>
              <a:gd name="connsiteY52-884" fmla="*/ 3676 h 4783510"/>
              <a:gd name="connsiteX53-885" fmla="*/ 4725 w 12192000"/>
              <a:gd name="connsiteY53-886" fmla="*/ 10649 h 4783510"/>
              <a:gd name="connsiteX54-887" fmla="*/ 39608 w 12192000"/>
              <a:gd name="connsiteY54-888" fmla="*/ 12325 h 4783510"/>
              <a:gd name="connsiteX55-889" fmla="*/ 54039 w 12192000"/>
              <a:gd name="connsiteY55-890" fmla="*/ 133 h 4783510"/>
              <a:gd name="connsiteX0-891" fmla="*/ 54039 w 12192000"/>
              <a:gd name="connsiteY0-892" fmla="*/ 133 h 4783510"/>
              <a:gd name="connsiteX1-893" fmla="*/ 83989 w 12192000"/>
              <a:gd name="connsiteY1-894" fmla="*/ 21326 h 4783510"/>
              <a:gd name="connsiteX2-895" fmla="*/ 127696 w 12192000"/>
              <a:gd name="connsiteY2-896" fmla="*/ 48217 h 4783510"/>
              <a:gd name="connsiteX3-897" fmla="*/ 195328 w 12192000"/>
              <a:gd name="connsiteY3-898" fmla="*/ 60745 h 4783510"/>
              <a:gd name="connsiteX4-899" fmla="*/ 217130 w 12192000"/>
              <a:gd name="connsiteY4-900" fmla="*/ 52754 h 4783510"/>
              <a:gd name="connsiteX5-901" fmla="*/ 232932 w 12192000"/>
              <a:gd name="connsiteY5-902" fmla="*/ 50560 h 4783510"/>
              <a:gd name="connsiteX6-903" fmla="*/ 296960 w 12192000"/>
              <a:gd name="connsiteY6-904" fmla="*/ 85674 h 4783510"/>
              <a:gd name="connsiteX7-905" fmla="*/ 329442 w 12192000"/>
              <a:gd name="connsiteY7-906" fmla="*/ 61820 h 4783510"/>
              <a:gd name="connsiteX8-907" fmla="*/ 386012 w 12192000"/>
              <a:gd name="connsiteY8-908" fmla="*/ 80741 h 4783510"/>
              <a:gd name="connsiteX9-909" fmla="*/ 425496 w 12192000"/>
              <a:gd name="connsiteY9-910" fmla="*/ 47729 h 4783510"/>
              <a:gd name="connsiteX10-911" fmla="*/ 459561 w 12192000"/>
              <a:gd name="connsiteY10-912" fmla="*/ 55824 h 4783510"/>
              <a:gd name="connsiteX11-913" fmla="*/ 559233 w 12192000"/>
              <a:gd name="connsiteY11-914" fmla="*/ 72799 h 4783510"/>
              <a:gd name="connsiteX12-915" fmla="*/ 661345 w 12192000"/>
              <a:gd name="connsiteY12-916" fmla="*/ 147481 h 4783510"/>
              <a:gd name="connsiteX13-917" fmla="*/ 725095 w 12192000"/>
              <a:gd name="connsiteY13-918" fmla="*/ 161274 h 4783510"/>
              <a:gd name="connsiteX14-919" fmla="*/ 755536 w 12192000"/>
              <a:gd name="connsiteY14-920" fmla="*/ 180724 h 4783510"/>
              <a:gd name="connsiteX15-921" fmla="*/ 776480 w 12192000"/>
              <a:gd name="connsiteY15-922" fmla="*/ 182273 h 4783510"/>
              <a:gd name="connsiteX16-923" fmla="*/ 789058 w 12192000"/>
              <a:gd name="connsiteY16-924" fmla="*/ 184824 h 4783510"/>
              <a:gd name="connsiteX17-925" fmla="*/ 811171 w 12192000"/>
              <a:gd name="connsiteY17-926" fmla="*/ 216295 h 4783510"/>
              <a:gd name="connsiteX18-927" fmla="*/ 878029 w 12192000"/>
              <a:gd name="connsiteY18-928" fmla="*/ 215023 h 4783510"/>
              <a:gd name="connsiteX19-929" fmla="*/ 884769 w 12192000"/>
              <a:gd name="connsiteY19-930" fmla="*/ 220986 h 4783510"/>
              <a:gd name="connsiteX20-931" fmla="*/ 1600387 w 12192000"/>
              <a:gd name="connsiteY20-932" fmla="*/ 354356 h 4783510"/>
              <a:gd name="connsiteX21-933" fmla="*/ 9012952 w 12192000"/>
              <a:gd name="connsiteY21-934" fmla="*/ 1139547 h 4783510"/>
              <a:gd name="connsiteX22-935" fmla="*/ 11269135 w 12192000"/>
              <a:gd name="connsiteY22-936" fmla="*/ 1154978 h 4783510"/>
              <a:gd name="connsiteX23-937" fmla="*/ 11276593 w 12192000"/>
              <a:gd name="connsiteY23-938" fmla="*/ 1158504 h 4783510"/>
              <a:gd name="connsiteX24-939" fmla="*/ 11298713 w 12192000"/>
              <a:gd name="connsiteY24-940" fmla="*/ 1157049 h 4783510"/>
              <a:gd name="connsiteX25-941" fmla="*/ 11380829 w 12192000"/>
              <a:gd name="connsiteY25-942" fmla="*/ 1144822 h 4783510"/>
              <a:gd name="connsiteX26-943" fmla="*/ 11402942 w 12192000"/>
              <a:gd name="connsiteY26-944" fmla="*/ 1113350 h 4783510"/>
              <a:gd name="connsiteX27-945" fmla="*/ 11415520 w 12192000"/>
              <a:gd name="connsiteY27-946" fmla="*/ 1110800 h 4783510"/>
              <a:gd name="connsiteX28-947" fmla="*/ 11436464 w 12192000"/>
              <a:gd name="connsiteY28-948" fmla="*/ 1109251 h 4783510"/>
              <a:gd name="connsiteX29-949" fmla="*/ 11466905 w 12192000"/>
              <a:gd name="connsiteY29-950" fmla="*/ 1089800 h 4783510"/>
              <a:gd name="connsiteX30-951" fmla="*/ 11530655 w 12192000"/>
              <a:gd name="connsiteY30-952" fmla="*/ 1076007 h 4783510"/>
              <a:gd name="connsiteX31-953" fmla="*/ 11632767 w 12192000"/>
              <a:gd name="connsiteY31-954" fmla="*/ 1001326 h 4783510"/>
              <a:gd name="connsiteX32-955" fmla="*/ 11708599 w 12192000"/>
              <a:gd name="connsiteY32-956" fmla="*/ 997972 h 4783510"/>
              <a:gd name="connsiteX33-957" fmla="*/ 11766504 w 12192000"/>
              <a:gd name="connsiteY33-958" fmla="*/ 976255 h 4783510"/>
              <a:gd name="connsiteX34-959" fmla="*/ 11788440 w 12192000"/>
              <a:gd name="connsiteY34-960" fmla="*/ 995646 h 4783510"/>
              <a:gd name="connsiteX35-961" fmla="*/ 11826422 w 12192000"/>
              <a:gd name="connsiteY35-962" fmla="*/ 995644 h 4783510"/>
              <a:gd name="connsiteX36-963" fmla="*/ 11891635 w 12192000"/>
              <a:gd name="connsiteY36-964" fmla="*/ 997172 h 4783510"/>
              <a:gd name="connsiteX37-965" fmla="*/ 11959068 w 12192000"/>
              <a:gd name="connsiteY37-966" fmla="*/ 979087 h 4783510"/>
              <a:gd name="connsiteX38-967" fmla="*/ 11974871 w 12192000"/>
              <a:gd name="connsiteY38-968" fmla="*/ 981280 h 4783510"/>
              <a:gd name="connsiteX39-969" fmla="*/ 11996673 w 12192000"/>
              <a:gd name="connsiteY39-970" fmla="*/ 989271 h 4783510"/>
              <a:gd name="connsiteX40-971" fmla="*/ 12064304 w 12192000"/>
              <a:gd name="connsiteY40-972" fmla="*/ 976743 h 4783510"/>
              <a:gd name="connsiteX41-973" fmla="*/ 12108011 w 12192000"/>
              <a:gd name="connsiteY41-974" fmla="*/ 949852 h 4783510"/>
              <a:gd name="connsiteX42-975" fmla="*/ 12137961 w 12192000"/>
              <a:gd name="connsiteY42-976" fmla="*/ 928659 h 4783510"/>
              <a:gd name="connsiteX43-977" fmla="*/ 12152392 w 12192000"/>
              <a:gd name="connsiteY43-978" fmla="*/ 940852 h 4783510"/>
              <a:gd name="connsiteX44-979" fmla="*/ 12187275 w 12192000"/>
              <a:gd name="connsiteY44-980" fmla="*/ 939175 h 4783510"/>
              <a:gd name="connsiteX45-981" fmla="*/ 12192000 w 12192000"/>
              <a:gd name="connsiteY45-982" fmla="*/ 932202 h 4783510"/>
              <a:gd name="connsiteX46-983" fmla="*/ 12192000 w 12192000"/>
              <a:gd name="connsiteY46-984" fmla="*/ 1423622 h 4783510"/>
              <a:gd name="connsiteX47-985" fmla="*/ 12192000 w 12192000"/>
              <a:gd name="connsiteY47-986" fmla="*/ 2783600 h 4783510"/>
              <a:gd name="connsiteX48-987" fmla="*/ 12192000 w 12192000"/>
              <a:gd name="connsiteY48-988" fmla="*/ 4783510 h 4783510"/>
              <a:gd name="connsiteX49-989" fmla="*/ 2 w 12192000"/>
              <a:gd name="connsiteY49-990" fmla="*/ 4783510 h 4783510"/>
              <a:gd name="connsiteX50-991" fmla="*/ 2 w 12192000"/>
              <a:gd name="connsiteY50-992" fmla="*/ 1855074 h 4783510"/>
              <a:gd name="connsiteX51-993" fmla="*/ 0 w 12192000"/>
              <a:gd name="connsiteY51-994" fmla="*/ 1855074 h 4783510"/>
              <a:gd name="connsiteX52-995" fmla="*/ 0 w 12192000"/>
              <a:gd name="connsiteY52-996" fmla="*/ 3676 h 4783510"/>
              <a:gd name="connsiteX53-997" fmla="*/ 4725 w 12192000"/>
              <a:gd name="connsiteY53-998" fmla="*/ 10649 h 4783510"/>
              <a:gd name="connsiteX54-999" fmla="*/ 39608 w 12192000"/>
              <a:gd name="connsiteY54-1000" fmla="*/ 12325 h 4783510"/>
              <a:gd name="connsiteX55-1001" fmla="*/ 54039 w 12192000"/>
              <a:gd name="connsiteY55-1002" fmla="*/ 133 h 4783510"/>
              <a:gd name="connsiteX0-1003" fmla="*/ 54039 w 12192000"/>
              <a:gd name="connsiteY0-1004" fmla="*/ 133 h 4783510"/>
              <a:gd name="connsiteX1-1005" fmla="*/ 83989 w 12192000"/>
              <a:gd name="connsiteY1-1006" fmla="*/ 21326 h 4783510"/>
              <a:gd name="connsiteX2-1007" fmla="*/ 127696 w 12192000"/>
              <a:gd name="connsiteY2-1008" fmla="*/ 48217 h 4783510"/>
              <a:gd name="connsiteX3-1009" fmla="*/ 195328 w 12192000"/>
              <a:gd name="connsiteY3-1010" fmla="*/ 60745 h 4783510"/>
              <a:gd name="connsiteX4-1011" fmla="*/ 217130 w 12192000"/>
              <a:gd name="connsiteY4-1012" fmla="*/ 52754 h 4783510"/>
              <a:gd name="connsiteX5-1013" fmla="*/ 232932 w 12192000"/>
              <a:gd name="connsiteY5-1014" fmla="*/ 50560 h 4783510"/>
              <a:gd name="connsiteX6-1015" fmla="*/ 296960 w 12192000"/>
              <a:gd name="connsiteY6-1016" fmla="*/ 85674 h 4783510"/>
              <a:gd name="connsiteX7-1017" fmla="*/ 329442 w 12192000"/>
              <a:gd name="connsiteY7-1018" fmla="*/ 61820 h 4783510"/>
              <a:gd name="connsiteX8-1019" fmla="*/ 386012 w 12192000"/>
              <a:gd name="connsiteY8-1020" fmla="*/ 80741 h 4783510"/>
              <a:gd name="connsiteX9-1021" fmla="*/ 425496 w 12192000"/>
              <a:gd name="connsiteY9-1022" fmla="*/ 47729 h 4783510"/>
              <a:gd name="connsiteX10-1023" fmla="*/ 459561 w 12192000"/>
              <a:gd name="connsiteY10-1024" fmla="*/ 55824 h 4783510"/>
              <a:gd name="connsiteX11-1025" fmla="*/ 559233 w 12192000"/>
              <a:gd name="connsiteY11-1026" fmla="*/ 72799 h 4783510"/>
              <a:gd name="connsiteX12-1027" fmla="*/ 661345 w 12192000"/>
              <a:gd name="connsiteY12-1028" fmla="*/ 147481 h 4783510"/>
              <a:gd name="connsiteX13-1029" fmla="*/ 725095 w 12192000"/>
              <a:gd name="connsiteY13-1030" fmla="*/ 161274 h 4783510"/>
              <a:gd name="connsiteX14-1031" fmla="*/ 755536 w 12192000"/>
              <a:gd name="connsiteY14-1032" fmla="*/ 180724 h 4783510"/>
              <a:gd name="connsiteX15-1033" fmla="*/ 776480 w 12192000"/>
              <a:gd name="connsiteY15-1034" fmla="*/ 182273 h 4783510"/>
              <a:gd name="connsiteX16-1035" fmla="*/ 789058 w 12192000"/>
              <a:gd name="connsiteY16-1036" fmla="*/ 184824 h 4783510"/>
              <a:gd name="connsiteX17-1037" fmla="*/ 811171 w 12192000"/>
              <a:gd name="connsiteY17-1038" fmla="*/ 216295 h 4783510"/>
              <a:gd name="connsiteX18-1039" fmla="*/ 878029 w 12192000"/>
              <a:gd name="connsiteY18-1040" fmla="*/ 215023 h 4783510"/>
              <a:gd name="connsiteX19-1041" fmla="*/ 884769 w 12192000"/>
              <a:gd name="connsiteY19-1042" fmla="*/ 220986 h 4783510"/>
              <a:gd name="connsiteX20-1043" fmla="*/ 1600387 w 12192000"/>
              <a:gd name="connsiteY20-1044" fmla="*/ 354356 h 4783510"/>
              <a:gd name="connsiteX21-1045" fmla="*/ 9012952 w 12192000"/>
              <a:gd name="connsiteY21-1046" fmla="*/ 1139547 h 4783510"/>
              <a:gd name="connsiteX22-1047" fmla="*/ 11269135 w 12192000"/>
              <a:gd name="connsiteY22-1048" fmla="*/ 1154978 h 4783510"/>
              <a:gd name="connsiteX23-1049" fmla="*/ 11276593 w 12192000"/>
              <a:gd name="connsiteY23-1050" fmla="*/ 1158504 h 4783510"/>
              <a:gd name="connsiteX24-1051" fmla="*/ 11298713 w 12192000"/>
              <a:gd name="connsiteY24-1052" fmla="*/ 1157049 h 4783510"/>
              <a:gd name="connsiteX25-1053" fmla="*/ 11380829 w 12192000"/>
              <a:gd name="connsiteY25-1054" fmla="*/ 1144822 h 4783510"/>
              <a:gd name="connsiteX26-1055" fmla="*/ 11402942 w 12192000"/>
              <a:gd name="connsiteY26-1056" fmla="*/ 1113350 h 4783510"/>
              <a:gd name="connsiteX27-1057" fmla="*/ 11415520 w 12192000"/>
              <a:gd name="connsiteY27-1058" fmla="*/ 1110800 h 4783510"/>
              <a:gd name="connsiteX28-1059" fmla="*/ 11436464 w 12192000"/>
              <a:gd name="connsiteY28-1060" fmla="*/ 1109251 h 4783510"/>
              <a:gd name="connsiteX29-1061" fmla="*/ 11466905 w 12192000"/>
              <a:gd name="connsiteY29-1062" fmla="*/ 1089800 h 4783510"/>
              <a:gd name="connsiteX30-1063" fmla="*/ 11530655 w 12192000"/>
              <a:gd name="connsiteY30-1064" fmla="*/ 1076007 h 4783510"/>
              <a:gd name="connsiteX31-1065" fmla="*/ 11632767 w 12192000"/>
              <a:gd name="connsiteY31-1066" fmla="*/ 1001326 h 4783510"/>
              <a:gd name="connsiteX32-1067" fmla="*/ 11708599 w 12192000"/>
              <a:gd name="connsiteY32-1068" fmla="*/ 997972 h 4783510"/>
              <a:gd name="connsiteX33-1069" fmla="*/ 11766504 w 12192000"/>
              <a:gd name="connsiteY33-1070" fmla="*/ 976255 h 4783510"/>
              <a:gd name="connsiteX34-1071" fmla="*/ 11774818 w 12192000"/>
              <a:gd name="connsiteY34-1072" fmla="*/ 1009269 h 4783510"/>
              <a:gd name="connsiteX35-1073" fmla="*/ 11826422 w 12192000"/>
              <a:gd name="connsiteY35-1074" fmla="*/ 995644 h 4783510"/>
              <a:gd name="connsiteX36-1075" fmla="*/ 11891635 w 12192000"/>
              <a:gd name="connsiteY36-1076" fmla="*/ 997172 h 4783510"/>
              <a:gd name="connsiteX37-1077" fmla="*/ 11959068 w 12192000"/>
              <a:gd name="connsiteY37-1078" fmla="*/ 979087 h 4783510"/>
              <a:gd name="connsiteX38-1079" fmla="*/ 11974871 w 12192000"/>
              <a:gd name="connsiteY38-1080" fmla="*/ 981280 h 4783510"/>
              <a:gd name="connsiteX39-1081" fmla="*/ 11996673 w 12192000"/>
              <a:gd name="connsiteY39-1082" fmla="*/ 989271 h 4783510"/>
              <a:gd name="connsiteX40-1083" fmla="*/ 12064304 w 12192000"/>
              <a:gd name="connsiteY40-1084" fmla="*/ 976743 h 4783510"/>
              <a:gd name="connsiteX41-1085" fmla="*/ 12108011 w 12192000"/>
              <a:gd name="connsiteY41-1086" fmla="*/ 949852 h 4783510"/>
              <a:gd name="connsiteX42-1087" fmla="*/ 12137961 w 12192000"/>
              <a:gd name="connsiteY42-1088" fmla="*/ 928659 h 4783510"/>
              <a:gd name="connsiteX43-1089" fmla="*/ 12152392 w 12192000"/>
              <a:gd name="connsiteY43-1090" fmla="*/ 940852 h 4783510"/>
              <a:gd name="connsiteX44-1091" fmla="*/ 12187275 w 12192000"/>
              <a:gd name="connsiteY44-1092" fmla="*/ 939175 h 4783510"/>
              <a:gd name="connsiteX45-1093" fmla="*/ 12192000 w 12192000"/>
              <a:gd name="connsiteY45-1094" fmla="*/ 932202 h 4783510"/>
              <a:gd name="connsiteX46-1095" fmla="*/ 12192000 w 12192000"/>
              <a:gd name="connsiteY46-1096" fmla="*/ 1423622 h 4783510"/>
              <a:gd name="connsiteX47-1097" fmla="*/ 12192000 w 12192000"/>
              <a:gd name="connsiteY47-1098" fmla="*/ 2783600 h 4783510"/>
              <a:gd name="connsiteX48-1099" fmla="*/ 12192000 w 12192000"/>
              <a:gd name="connsiteY48-1100" fmla="*/ 4783510 h 4783510"/>
              <a:gd name="connsiteX49-1101" fmla="*/ 2 w 12192000"/>
              <a:gd name="connsiteY49-1102" fmla="*/ 4783510 h 4783510"/>
              <a:gd name="connsiteX50-1103" fmla="*/ 2 w 12192000"/>
              <a:gd name="connsiteY50-1104" fmla="*/ 1855074 h 4783510"/>
              <a:gd name="connsiteX51-1105" fmla="*/ 0 w 12192000"/>
              <a:gd name="connsiteY51-1106" fmla="*/ 1855074 h 4783510"/>
              <a:gd name="connsiteX52-1107" fmla="*/ 0 w 12192000"/>
              <a:gd name="connsiteY52-1108" fmla="*/ 3676 h 4783510"/>
              <a:gd name="connsiteX53-1109" fmla="*/ 4725 w 12192000"/>
              <a:gd name="connsiteY53-1110" fmla="*/ 10649 h 4783510"/>
              <a:gd name="connsiteX54-1111" fmla="*/ 39608 w 12192000"/>
              <a:gd name="connsiteY54-1112" fmla="*/ 12325 h 4783510"/>
              <a:gd name="connsiteX55-1113" fmla="*/ 54039 w 12192000"/>
              <a:gd name="connsiteY55-1114" fmla="*/ 133 h 4783510"/>
              <a:gd name="connsiteX0-1115" fmla="*/ 54039 w 12192000"/>
              <a:gd name="connsiteY0-1116" fmla="*/ 133 h 4783510"/>
              <a:gd name="connsiteX1-1117" fmla="*/ 83989 w 12192000"/>
              <a:gd name="connsiteY1-1118" fmla="*/ 21326 h 4783510"/>
              <a:gd name="connsiteX2-1119" fmla="*/ 127696 w 12192000"/>
              <a:gd name="connsiteY2-1120" fmla="*/ 48217 h 4783510"/>
              <a:gd name="connsiteX3-1121" fmla="*/ 195328 w 12192000"/>
              <a:gd name="connsiteY3-1122" fmla="*/ 60745 h 4783510"/>
              <a:gd name="connsiteX4-1123" fmla="*/ 217130 w 12192000"/>
              <a:gd name="connsiteY4-1124" fmla="*/ 52754 h 4783510"/>
              <a:gd name="connsiteX5-1125" fmla="*/ 232932 w 12192000"/>
              <a:gd name="connsiteY5-1126" fmla="*/ 50560 h 4783510"/>
              <a:gd name="connsiteX6-1127" fmla="*/ 296960 w 12192000"/>
              <a:gd name="connsiteY6-1128" fmla="*/ 85674 h 4783510"/>
              <a:gd name="connsiteX7-1129" fmla="*/ 329442 w 12192000"/>
              <a:gd name="connsiteY7-1130" fmla="*/ 61820 h 4783510"/>
              <a:gd name="connsiteX8-1131" fmla="*/ 386012 w 12192000"/>
              <a:gd name="connsiteY8-1132" fmla="*/ 80741 h 4783510"/>
              <a:gd name="connsiteX9-1133" fmla="*/ 425496 w 12192000"/>
              <a:gd name="connsiteY9-1134" fmla="*/ 47729 h 4783510"/>
              <a:gd name="connsiteX10-1135" fmla="*/ 459561 w 12192000"/>
              <a:gd name="connsiteY10-1136" fmla="*/ 55824 h 4783510"/>
              <a:gd name="connsiteX11-1137" fmla="*/ 559233 w 12192000"/>
              <a:gd name="connsiteY11-1138" fmla="*/ 72799 h 4783510"/>
              <a:gd name="connsiteX12-1139" fmla="*/ 661345 w 12192000"/>
              <a:gd name="connsiteY12-1140" fmla="*/ 147481 h 4783510"/>
              <a:gd name="connsiteX13-1141" fmla="*/ 725095 w 12192000"/>
              <a:gd name="connsiteY13-1142" fmla="*/ 161274 h 4783510"/>
              <a:gd name="connsiteX14-1143" fmla="*/ 755536 w 12192000"/>
              <a:gd name="connsiteY14-1144" fmla="*/ 180724 h 4783510"/>
              <a:gd name="connsiteX15-1145" fmla="*/ 776480 w 12192000"/>
              <a:gd name="connsiteY15-1146" fmla="*/ 182273 h 4783510"/>
              <a:gd name="connsiteX16-1147" fmla="*/ 789058 w 12192000"/>
              <a:gd name="connsiteY16-1148" fmla="*/ 184824 h 4783510"/>
              <a:gd name="connsiteX17-1149" fmla="*/ 811171 w 12192000"/>
              <a:gd name="connsiteY17-1150" fmla="*/ 216295 h 4783510"/>
              <a:gd name="connsiteX18-1151" fmla="*/ 878029 w 12192000"/>
              <a:gd name="connsiteY18-1152" fmla="*/ 215023 h 4783510"/>
              <a:gd name="connsiteX19-1153" fmla="*/ 884769 w 12192000"/>
              <a:gd name="connsiteY19-1154" fmla="*/ 220986 h 4783510"/>
              <a:gd name="connsiteX20-1155" fmla="*/ 1600387 w 12192000"/>
              <a:gd name="connsiteY20-1156" fmla="*/ 354356 h 4783510"/>
              <a:gd name="connsiteX21-1157" fmla="*/ 9012952 w 12192000"/>
              <a:gd name="connsiteY21-1158" fmla="*/ 1139547 h 4783510"/>
              <a:gd name="connsiteX22-1159" fmla="*/ 11269135 w 12192000"/>
              <a:gd name="connsiteY22-1160" fmla="*/ 1154978 h 4783510"/>
              <a:gd name="connsiteX23-1161" fmla="*/ 11276593 w 12192000"/>
              <a:gd name="connsiteY23-1162" fmla="*/ 1158504 h 4783510"/>
              <a:gd name="connsiteX24-1163" fmla="*/ 11298713 w 12192000"/>
              <a:gd name="connsiteY24-1164" fmla="*/ 1157049 h 4783510"/>
              <a:gd name="connsiteX25-1165" fmla="*/ 11380829 w 12192000"/>
              <a:gd name="connsiteY25-1166" fmla="*/ 1144822 h 4783510"/>
              <a:gd name="connsiteX26-1167" fmla="*/ 11402942 w 12192000"/>
              <a:gd name="connsiteY26-1168" fmla="*/ 1113350 h 4783510"/>
              <a:gd name="connsiteX27-1169" fmla="*/ 11415520 w 12192000"/>
              <a:gd name="connsiteY27-1170" fmla="*/ 1110800 h 4783510"/>
              <a:gd name="connsiteX28-1171" fmla="*/ 11436464 w 12192000"/>
              <a:gd name="connsiteY28-1172" fmla="*/ 1109251 h 4783510"/>
              <a:gd name="connsiteX29-1173" fmla="*/ 11466905 w 12192000"/>
              <a:gd name="connsiteY29-1174" fmla="*/ 1089800 h 4783510"/>
              <a:gd name="connsiteX30-1175" fmla="*/ 11530655 w 12192000"/>
              <a:gd name="connsiteY30-1176" fmla="*/ 1076007 h 4783510"/>
              <a:gd name="connsiteX31-1177" fmla="*/ 11632767 w 12192000"/>
              <a:gd name="connsiteY31-1178" fmla="*/ 1001326 h 4783510"/>
              <a:gd name="connsiteX32-1179" fmla="*/ 11708599 w 12192000"/>
              <a:gd name="connsiteY32-1180" fmla="*/ 997972 h 4783510"/>
              <a:gd name="connsiteX33-1181" fmla="*/ 11766504 w 12192000"/>
              <a:gd name="connsiteY33-1182" fmla="*/ 976255 h 4783510"/>
              <a:gd name="connsiteX34-1183" fmla="*/ 11781629 w 12192000"/>
              <a:gd name="connsiteY34-1184" fmla="*/ 985430 h 4783510"/>
              <a:gd name="connsiteX35-1185" fmla="*/ 11826422 w 12192000"/>
              <a:gd name="connsiteY35-1186" fmla="*/ 995644 h 4783510"/>
              <a:gd name="connsiteX36-1187" fmla="*/ 11891635 w 12192000"/>
              <a:gd name="connsiteY36-1188" fmla="*/ 997172 h 4783510"/>
              <a:gd name="connsiteX37-1189" fmla="*/ 11959068 w 12192000"/>
              <a:gd name="connsiteY37-1190" fmla="*/ 979087 h 4783510"/>
              <a:gd name="connsiteX38-1191" fmla="*/ 11974871 w 12192000"/>
              <a:gd name="connsiteY38-1192" fmla="*/ 981280 h 4783510"/>
              <a:gd name="connsiteX39-1193" fmla="*/ 11996673 w 12192000"/>
              <a:gd name="connsiteY39-1194" fmla="*/ 989271 h 4783510"/>
              <a:gd name="connsiteX40-1195" fmla="*/ 12064304 w 12192000"/>
              <a:gd name="connsiteY40-1196" fmla="*/ 976743 h 4783510"/>
              <a:gd name="connsiteX41-1197" fmla="*/ 12108011 w 12192000"/>
              <a:gd name="connsiteY41-1198" fmla="*/ 949852 h 4783510"/>
              <a:gd name="connsiteX42-1199" fmla="*/ 12137961 w 12192000"/>
              <a:gd name="connsiteY42-1200" fmla="*/ 928659 h 4783510"/>
              <a:gd name="connsiteX43-1201" fmla="*/ 12152392 w 12192000"/>
              <a:gd name="connsiteY43-1202" fmla="*/ 940852 h 4783510"/>
              <a:gd name="connsiteX44-1203" fmla="*/ 12187275 w 12192000"/>
              <a:gd name="connsiteY44-1204" fmla="*/ 939175 h 4783510"/>
              <a:gd name="connsiteX45-1205" fmla="*/ 12192000 w 12192000"/>
              <a:gd name="connsiteY45-1206" fmla="*/ 932202 h 4783510"/>
              <a:gd name="connsiteX46-1207" fmla="*/ 12192000 w 12192000"/>
              <a:gd name="connsiteY46-1208" fmla="*/ 1423622 h 4783510"/>
              <a:gd name="connsiteX47-1209" fmla="*/ 12192000 w 12192000"/>
              <a:gd name="connsiteY47-1210" fmla="*/ 2783600 h 4783510"/>
              <a:gd name="connsiteX48-1211" fmla="*/ 12192000 w 12192000"/>
              <a:gd name="connsiteY48-1212" fmla="*/ 4783510 h 4783510"/>
              <a:gd name="connsiteX49-1213" fmla="*/ 2 w 12192000"/>
              <a:gd name="connsiteY49-1214" fmla="*/ 4783510 h 4783510"/>
              <a:gd name="connsiteX50-1215" fmla="*/ 2 w 12192000"/>
              <a:gd name="connsiteY50-1216" fmla="*/ 1855074 h 4783510"/>
              <a:gd name="connsiteX51-1217" fmla="*/ 0 w 12192000"/>
              <a:gd name="connsiteY51-1218" fmla="*/ 1855074 h 4783510"/>
              <a:gd name="connsiteX52-1219" fmla="*/ 0 w 12192000"/>
              <a:gd name="connsiteY52-1220" fmla="*/ 3676 h 4783510"/>
              <a:gd name="connsiteX53-1221" fmla="*/ 4725 w 12192000"/>
              <a:gd name="connsiteY53-1222" fmla="*/ 10649 h 4783510"/>
              <a:gd name="connsiteX54-1223" fmla="*/ 39608 w 12192000"/>
              <a:gd name="connsiteY54-1224" fmla="*/ 12325 h 4783510"/>
              <a:gd name="connsiteX55-1225" fmla="*/ 54039 w 12192000"/>
              <a:gd name="connsiteY55-1226" fmla="*/ 133 h 47835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</a:cxnLst>
            <a:rect l="l" t="t" r="r" b="b"/>
            <a:pathLst>
              <a:path w="12192000" h="4783510">
                <a:moveTo>
                  <a:pt x="54039" y="133"/>
                </a:moveTo>
                <a:cubicBezTo>
                  <a:pt x="63704" y="2639"/>
                  <a:pt x="62723" y="39358"/>
                  <a:pt x="83989" y="21326"/>
                </a:cubicBezTo>
                <a:cubicBezTo>
                  <a:pt x="105981" y="-11024"/>
                  <a:pt x="111081" y="45279"/>
                  <a:pt x="127696" y="48217"/>
                </a:cubicBezTo>
                <a:cubicBezTo>
                  <a:pt x="144311" y="51155"/>
                  <a:pt x="175067" y="46490"/>
                  <a:pt x="195328" y="60745"/>
                </a:cubicBezTo>
                <a:cubicBezTo>
                  <a:pt x="202114" y="49815"/>
                  <a:pt x="211298" y="72404"/>
                  <a:pt x="217130" y="52754"/>
                </a:cubicBezTo>
                <a:cubicBezTo>
                  <a:pt x="224172" y="55476"/>
                  <a:pt x="227826" y="61398"/>
                  <a:pt x="232932" y="50560"/>
                </a:cubicBezTo>
                <a:cubicBezTo>
                  <a:pt x="248268" y="92855"/>
                  <a:pt x="280981" y="52963"/>
                  <a:pt x="296960" y="85674"/>
                </a:cubicBezTo>
                <a:cubicBezTo>
                  <a:pt x="299830" y="67582"/>
                  <a:pt x="319291" y="68613"/>
                  <a:pt x="329442" y="61820"/>
                </a:cubicBezTo>
                <a:cubicBezTo>
                  <a:pt x="298380" y="131083"/>
                  <a:pt x="368905" y="57302"/>
                  <a:pt x="386012" y="80741"/>
                </a:cubicBezTo>
                <a:cubicBezTo>
                  <a:pt x="377510" y="29578"/>
                  <a:pt x="414386" y="72354"/>
                  <a:pt x="425496" y="47729"/>
                </a:cubicBezTo>
                <a:cubicBezTo>
                  <a:pt x="437040" y="71659"/>
                  <a:pt x="445854" y="45812"/>
                  <a:pt x="459561" y="55824"/>
                </a:cubicBezTo>
                <a:cubicBezTo>
                  <a:pt x="489863" y="61969"/>
                  <a:pt x="520202" y="89712"/>
                  <a:pt x="559233" y="72799"/>
                </a:cubicBezTo>
                <a:cubicBezTo>
                  <a:pt x="577813" y="147164"/>
                  <a:pt x="623281" y="104139"/>
                  <a:pt x="661345" y="147481"/>
                </a:cubicBezTo>
                <a:cubicBezTo>
                  <a:pt x="683250" y="156781"/>
                  <a:pt x="717059" y="121215"/>
                  <a:pt x="725095" y="161274"/>
                </a:cubicBezTo>
                <a:cubicBezTo>
                  <a:pt x="734778" y="137222"/>
                  <a:pt x="744590" y="176885"/>
                  <a:pt x="755536" y="180724"/>
                </a:cubicBezTo>
                <a:cubicBezTo>
                  <a:pt x="764056" y="165505"/>
                  <a:pt x="768536" y="179043"/>
                  <a:pt x="776480" y="182273"/>
                </a:cubicBezTo>
                <a:cubicBezTo>
                  <a:pt x="779946" y="172829"/>
                  <a:pt x="786646" y="173541"/>
                  <a:pt x="789058" y="184824"/>
                </a:cubicBezTo>
                <a:cubicBezTo>
                  <a:pt x="786138" y="210571"/>
                  <a:pt x="809228" y="198414"/>
                  <a:pt x="811171" y="216295"/>
                </a:cubicBezTo>
                <a:cubicBezTo>
                  <a:pt x="821323" y="219407"/>
                  <a:pt x="856662" y="208499"/>
                  <a:pt x="878029" y="215023"/>
                </a:cubicBezTo>
                <a:lnTo>
                  <a:pt x="884769" y="220986"/>
                </a:lnTo>
                <a:lnTo>
                  <a:pt x="1600387" y="354356"/>
                </a:lnTo>
                <a:lnTo>
                  <a:pt x="9012952" y="1139547"/>
                </a:lnTo>
                <a:lnTo>
                  <a:pt x="11269135" y="1154978"/>
                </a:lnTo>
                <a:lnTo>
                  <a:pt x="11276593" y="1158504"/>
                </a:lnTo>
                <a:cubicBezTo>
                  <a:pt x="11284278" y="1160597"/>
                  <a:pt x="11291853" y="1160653"/>
                  <a:pt x="11298713" y="1157049"/>
                </a:cubicBezTo>
                <a:cubicBezTo>
                  <a:pt x="11308980" y="1128196"/>
                  <a:pt x="11367293" y="1148970"/>
                  <a:pt x="11380829" y="1144822"/>
                </a:cubicBezTo>
                <a:cubicBezTo>
                  <a:pt x="11382772" y="1126940"/>
                  <a:pt x="11405862" y="1139097"/>
                  <a:pt x="11402942" y="1113350"/>
                </a:cubicBezTo>
                <a:cubicBezTo>
                  <a:pt x="11405355" y="1102067"/>
                  <a:pt x="11412054" y="1101355"/>
                  <a:pt x="11415520" y="1110800"/>
                </a:cubicBezTo>
                <a:cubicBezTo>
                  <a:pt x="11423464" y="1107569"/>
                  <a:pt x="11427945" y="1094031"/>
                  <a:pt x="11436464" y="1109251"/>
                </a:cubicBezTo>
                <a:cubicBezTo>
                  <a:pt x="11447410" y="1105411"/>
                  <a:pt x="11457222" y="1065748"/>
                  <a:pt x="11466905" y="1089800"/>
                </a:cubicBezTo>
                <a:cubicBezTo>
                  <a:pt x="11474941" y="1049741"/>
                  <a:pt x="11508751" y="1085307"/>
                  <a:pt x="11530655" y="1076007"/>
                </a:cubicBezTo>
                <a:cubicBezTo>
                  <a:pt x="11568719" y="1032666"/>
                  <a:pt x="11614187" y="1075691"/>
                  <a:pt x="11632767" y="1001326"/>
                </a:cubicBezTo>
                <a:cubicBezTo>
                  <a:pt x="11671799" y="1018238"/>
                  <a:pt x="11678297" y="1004118"/>
                  <a:pt x="11708599" y="997972"/>
                </a:cubicBezTo>
                <a:cubicBezTo>
                  <a:pt x="11722307" y="987960"/>
                  <a:pt x="11754960" y="1000186"/>
                  <a:pt x="11766504" y="976255"/>
                </a:cubicBezTo>
                <a:cubicBezTo>
                  <a:pt x="11775270" y="975867"/>
                  <a:pt x="11771643" y="982199"/>
                  <a:pt x="11781629" y="985430"/>
                </a:cubicBezTo>
                <a:cubicBezTo>
                  <a:pt x="11791615" y="988661"/>
                  <a:pt x="11808655" y="993119"/>
                  <a:pt x="11826422" y="995644"/>
                </a:cubicBezTo>
                <a:cubicBezTo>
                  <a:pt x="11847845" y="1001968"/>
                  <a:pt x="11866122" y="1002202"/>
                  <a:pt x="11891635" y="997172"/>
                </a:cubicBezTo>
                <a:cubicBezTo>
                  <a:pt x="11907614" y="964462"/>
                  <a:pt x="11943732" y="1021381"/>
                  <a:pt x="11959068" y="979087"/>
                </a:cubicBezTo>
                <a:cubicBezTo>
                  <a:pt x="11964175" y="989925"/>
                  <a:pt x="11967829" y="984002"/>
                  <a:pt x="11974871" y="981280"/>
                </a:cubicBezTo>
                <a:cubicBezTo>
                  <a:pt x="11980703" y="1000930"/>
                  <a:pt x="11989887" y="978341"/>
                  <a:pt x="11996673" y="989271"/>
                </a:cubicBezTo>
                <a:cubicBezTo>
                  <a:pt x="12016933" y="975016"/>
                  <a:pt x="12047689" y="979681"/>
                  <a:pt x="12064304" y="976743"/>
                </a:cubicBezTo>
                <a:cubicBezTo>
                  <a:pt x="12080919" y="973805"/>
                  <a:pt x="12075802" y="961775"/>
                  <a:pt x="12108011" y="949852"/>
                </a:cubicBezTo>
                <a:cubicBezTo>
                  <a:pt x="12129277" y="967884"/>
                  <a:pt x="12128297" y="931165"/>
                  <a:pt x="12137961" y="928659"/>
                </a:cubicBezTo>
                <a:cubicBezTo>
                  <a:pt x="12141183" y="927823"/>
                  <a:pt x="12145587" y="930789"/>
                  <a:pt x="12152392" y="940852"/>
                </a:cubicBezTo>
                <a:cubicBezTo>
                  <a:pt x="12158285" y="946241"/>
                  <a:pt x="12172554" y="936871"/>
                  <a:pt x="12187275" y="939175"/>
                </a:cubicBezTo>
                <a:lnTo>
                  <a:pt x="12192000" y="932202"/>
                </a:lnTo>
                <a:lnTo>
                  <a:pt x="12192000" y="1423622"/>
                </a:lnTo>
                <a:lnTo>
                  <a:pt x="12192000" y="2783600"/>
                </a:lnTo>
                <a:lnTo>
                  <a:pt x="12192000" y="4783510"/>
                </a:lnTo>
                <a:lnTo>
                  <a:pt x="2" y="4783510"/>
                </a:lnTo>
                <a:lnTo>
                  <a:pt x="2" y="1855074"/>
                </a:lnTo>
                <a:lnTo>
                  <a:pt x="0" y="1855074"/>
                </a:lnTo>
                <a:lnTo>
                  <a:pt x="0" y="3676"/>
                </a:lnTo>
                <a:lnTo>
                  <a:pt x="4725" y="10649"/>
                </a:lnTo>
                <a:cubicBezTo>
                  <a:pt x="19446" y="8345"/>
                  <a:pt x="33716" y="17715"/>
                  <a:pt x="39608" y="12325"/>
                </a:cubicBezTo>
                <a:cubicBezTo>
                  <a:pt x="46413" y="2263"/>
                  <a:pt x="50817" y="-703"/>
                  <a:pt x="54039" y="13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Freeform: Shape 10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25418" y="493509"/>
            <a:ext cx="11165080" cy="583286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5F6F5"/>
          </a:solidFill>
          <a:ln>
            <a:noFill/>
          </a:ln>
          <a:effectLst>
            <a:outerShdw blurRad="38100" dist="25400" dir="48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978064" y="2391755"/>
            <a:ext cx="6259787" cy="14151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0</TotalTime>
  <Words>1268</Words>
  <Application>WPS Presentation</Application>
  <PresentationFormat>Widescreen</PresentationFormat>
  <Paragraphs>85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Wingdings</vt:lpstr>
      <vt:lpstr>Times New Roman</vt:lpstr>
      <vt:lpstr>Microsoft YaHei</vt:lpstr>
      <vt:lpstr>Arial Unicode MS</vt:lpstr>
      <vt:lpstr>Calibri</vt:lpstr>
      <vt:lpstr>Aptos</vt:lpstr>
      <vt:lpstr>Segoe UI</vt:lpstr>
      <vt:lpstr>Office Theme</vt:lpstr>
      <vt:lpstr>Machine Learning and NLP: A Comparative Study  DSA0306 -Natural Language Processing</vt:lpstr>
      <vt:lpstr>Definition</vt:lpstr>
      <vt:lpstr>Primary Goal</vt:lpstr>
      <vt:lpstr>Introduction</vt:lpstr>
      <vt:lpstr> Applications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Vimala Kv</cp:lastModifiedBy>
  <cp:revision>22</cp:revision>
  <dcterms:created xsi:type="dcterms:W3CDTF">2013-01-27T09:14:00Z</dcterms:created>
  <dcterms:modified xsi:type="dcterms:W3CDTF">2026-07-16T05:14:35Z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F45876A886204B4384E83591059A2B45_13</vt:lpwstr>
  </property>
</Properties>
</file>